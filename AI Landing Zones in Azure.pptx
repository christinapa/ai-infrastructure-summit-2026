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5447" r:id="rId4"/>
  </p:sldMasterIdLst>
  <p:notesMasterIdLst>
    <p:notesMasterId r:id="rId34"/>
  </p:notesMasterIdLst>
  <p:handoutMasterIdLst>
    <p:handoutMasterId r:id="rId35"/>
  </p:handoutMasterIdLst>
  <p:sldIdLst>
    <p:sldId id="256" r:id="rId5"/>
    <p:sldId id="396" r:id="rId6"/>
    <p:sldId id="257" r:id="rId7"/>
    <p:sldId id="406" r:id="rId8"/>
    <p:sldId id="279" r:id="rId9"/>
    <p:sldId id="390" r:id="rId10"/>
    <p:sldId id="398" r:id="rId11"/>
    <p:sldId id="260" r:id="rId12"/>
    <p:sldId id="389" r:id="rId13"/>
    <p:sldId id="403" r:id="rId14"/>
    <p:sldId id="405" r:id="rId15"/>
    <p:sldId id="404" r:id="rId16"/>
    <p:sldId id="397" r:id="rId17"/>
    <p:sldId id="262" r:id="rId18"/>
    <p:sldId id="412" r:id="rId19"/>
    <p:sldId id="264" r:id="rId20"/>
    <p:sldId id="413" r:id="rId21"/>
    <p:sldId id="399" r:id="rId22"/>
    <p:sldId id="400" r:id="rId23"/>
    <p:sldId id="265" r:id="rId24"/>
    <p:sldId id="410" r:id="rId25"/>
    <p:sldId id="411" r:id="rId26"/>
    <p:sldId id="407" r:id="rId27"/>
    <p:sldId id="408" r:id="rId28"/>
    <p:sldId id="409" r:id="rId29"/>
    <p:sldId id="276" r:id="rId30"/>
    <p:sldId id="391" r:id="rId31"/>
    <p:sldId id="393" r:id="rId32"/>
    <p:sldId id="395" r:id="rId33"/>
  </p:sldIdLst>
  <p:sldSz cx="12192000" cy="6858000"/>
  <p:notesSz cx="6858000" cy="9144000"/>
  <p:embeddedFontLst>
    <p:embeddedFont>
      <p:font typeface="Consolas" panose="020B0609020204030204" pitchFamily="49" charset="0"/>
      <p:regular r:id="rId36"/>
      <p:bold r:id="rId37"/>
      <p:italic r:id="rId38"/>
      <p:boldItalic r:id="rId39"/>
    </p:embeddedFont>
    <p:embeddedFont>
      <p:font typeface="Segoe Sans Text" pitchFamily="2" charset="0"/>
      <p:regular r:id="rId40"/>
      <p:bold r:id="rId41"/>
      <p:italic r:id="rId42"/>
      <p:boldItalic r:id="rId43"/>
    </p:embeddedFont>
    <p:embeddedFont>
      <p:font typeface="Segoe Sans Text Semibold" pitchFamily="2" charset="0"/>
      <p:bold r:id="rId44"/>
      <p:boldItalic r:id="rId45"/>
    </p:embeddedFont>
    <p:embeddedFont>
      <p:font typeface="Segoe UI" panose="020B0502040204020203" pitchFamily="34" charset="0"/>
      <p:regular r:id="rId46"/>
      <p:bold r:id="rId47"/>
      <p:italic r:id="rId48"/>
      <p:boldItalic r:id="rId49"/>
    </p:embeddedFont>
    <p:embeddedFont>
      <p:font typeface="Segoe UI Semibold" panose="020B0702040204020203" pitchFamily="34" charset="0"/>
      <p:bold r:id="rId50"/>
      <p:boldItalic r:id="rId51"/>
    </p:embeddedFont>
    <p:embeddedFont>
      <p:font typeface="Segoe UI Symbol" panose="020B0502040204020203" pitchFamily="34" charset="0"/>
      <p:regular r:id="rId52"/>
    </p:embeddedFont>
  </p:embeddedFontLst>
  <p:defaultTex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6C70F48-EA29-A8AF-0370-E97133C3A50E}" name="Claire Delaney (SIMPLICITY CONSULTING INC)" initials="CD" userId="S::v-cladelaney@microsoft.com::aa840f54-9d33-4fca-8be3-b0585cbbedba" providerId="AD"/>
  <p188:author id="{4AC37863-EBE7-7A34-712E-FB0BB869DA91}" name="Chris Munson (RedCloud Consulting Inc)" initials="CM" userId="S::v-chmunson@microsoft.com::2777c279-6c80-42b6-91b4-df95f2ec9602" providerId="AD"/>
  <p188:author id="{22F51FA5-5B60-002D-6EB5-9ABE6E180D4F}" name="Alex Mustacich" initials="" userId="S::amustacich@microsoft.com::65461afc-b023-44b7-ad73-34403476b559" providerId="AD"/>
  <p188:author id="{6AFA61D8-796F-555E-A395-B33F90AAF99E}" name="Monica Lueder" initials="ML" userId="S::monical@microsoft.com::75969e72-ba9c-4e32-a4ac-c8f3aeff9ba2" providerId="AD"/>
  <p188:author id="{FB2220EC-6E9D-66CF-528C-A1FDAC2F85AA}" name="Ben Hermel" initials="BH" userId="S::bhermel@microsoft.com::bf02db1c-aaaa-44a0-870c-3c953b9e4a6e"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0" name="Saku Uchikawa" initials="SU" lastIdx="11" clrIdx="0"/>
  <p:cmAuthor id="1" name="Mary Feil-Jacobs" initials="MFJ" lastIdx="43" clrIdx="1"/>
  <p:cmAuthor id="2" name="Monica Lueder" initials="ML" lastIdx="22" clrIdx="2">
    <p:extLst>
      <p:ext uri="{19B8F6BF-5375-455C-9EA6-DF929625EA0E}">
        <p15:presenceInfo xmlns:p15="http://schemas.microsoft.com/office/powerpoint/2012/main" userId="S-1-5-21-2127521184-1604012920-1887927527-2598260" providerId="AD"/>
      </p:ext>
    </p:extLst>
  </p:cmAuthor>
  <p:cmAuthor id="3" name="Mary Feil-Jacobs" initials="MF" lastIdx="28" clrIdx="3">
    <p:extLst>
      <p:ext uri="{19B8F6BF-5375-455C-9EA6-DF929625EA0E}">
        <p15:presenceInfo xmlns:p15="http://schemas.microsoft.com/office/powerpoint/2012/main" userId="S-1-5-21-2127521184-1604012920-1887927527-65006" providerId="AD"/>
      </p:ext>
    </p:extLst>
  </p:cmAuthor>
  <p:cmAuthor id="4" name="Tracy Tran" initials="TT" lastIdx="9" clrIdx="4">
    <p:extLst>
      <p:ext uri="{19B8F6BF-5375-455C-9EA6-DF929625EA0E}">
        <p15:presenceInfo xmlns:p15="http://schemas.microsoft.com/office/powerpoint/2012/main" userId="S::tracyt@microsoft.com::7b485f56-8fe8-4efc-a1b3-85e720327ac5"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B3"/>
    <a:srgbClr val="1A00E2"/>
    <a:srgbClr val="0D0061"/>
    <a:srgbClr val="E8EDF1"/>
    <a:srgbClr val="C03BC4"/>
    <a:srgbClr val="F4364C"/>
    <a:srgbClr val="E8E6DF"/>
    <a:srgbClr val="F4F3F5"/>
    <a:srgbClr val="0078D4"/>
    <a:srgbClr val="F0F0F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992" autoAdjust="0"/>
    <p:restoredTop sz="62998" autoAdjust="0"/>
  </p:normalViewPr>
  <p:slideViewPr>
    <p:cSldViewPr snapToGrid="0">
      <p:cViewPr varScale="1">
        <p:scale>
          <a:sx n="73" d="100"/>
          <a:sy n="73" d="100"/>
        </p:scale>
        <p:origin x="1232" y="40"/>
      </p:cViewPr>
      <p:guideLst/>
    </p:cSldViewPr>
  </p:slideViewPr>
  <p:notesTextViewPr>
    <p:cViewPr>
      <p:scale>
        <a:sx n="1" d="1"/>
        <a:sy n="1" d="1"/>
      </p:scale>
      <p:origin x="0" y="0"/>
    </p:cViewPr>
  </p:notesTextViewPr>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font" Target="fonts/font4.fntdata"/><Relationship Id="rId21" Type="http://schemas.openxmlformats.org/officeDocument/2006/relationships/slide" Target="slides/slide17.xml"/><Relationship Id="rId34" Type="http://schemas.openxmlformats.org/officeDocument/2006/relationships/notesMaster" Target="notesMasters/notesMaster1.xml"/><Relationship Id="rId42" Type="http://schemas.openxmlformats.org/officeDocument/2006/relationships/font" Target="fonts/font7.fntdata"/><Relationship Id="rId47" Type="http://schemas.openxmlformats.org/officeDocument/2006/relationships/font" Target="fonts/font12.fntdata"/><Relationship Id="rId50" Type="http://schemas.openxmlformats.org/officeDocument/2006/relationships/font" Target="fonts/font15.fntdata"/><Relationship Id="rId55"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font" Target="fonts/font2.fntdata"/><Relationship Id="rId40" Type="http://schemas.openxmlformats.org/officeDocument/2006/relationships/font" Target="fonts/font5.fntdata"/><Relationship Id="rId45" Type="http://schemas.openxmlformats.org/officeDocument/2006/relationships/font" Target="fonts/font10.fntdata"/><Relationship Id="rId53" Type="http://schemas.openxmlformats.org/officeDocument/2006/relationships/commentAuthors" Target="commentAuthors.xml"/><Relationship Id="rId58" Type="http://schemas.microsoft.com/office/2016/11/relationships/changesInfo" Target="changesInfos/changesInfo1.xml"/><Relationship Id="rId5" Type="http://schemas.openxmlformats.org/officeDocument/2006/relationships/slide" Target="slides/slide1.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handoutMaster" Target="handoutMasters/handoutMaster1.xml"/><Relationship Id="rId43" Type="http://schemas.openxmlformats.org/officeDocument/2006/relationships/font" Target="fonts/font8.fntdata"/><Relationship Id="rId48" Type="http://schemas.openxmlformats.org/officeDocument/2006/relationships/font" Target="fonts/font13.fntdata"/><Relationship Id="rId56" Type="http://schemas.openxmlformats.org/officeDocument/2006/relationships/theme" Target="theme/theme1.xml"/><Relationship Id="rId8" Type="http://schemas.openxmlformats.org/officeDocument/2006/relationships/slide" Target="slides/slide4.xml"/><Relationship Id="rId51" Type="http://schemas.openxmlformats.org/officeDocument/2006/relationships/font" Target="fonts/font16.fntdata"/><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font" Target="fonts/font3.fntdata"/><Relationship Id="rId46" Type="http://schemas.openxmlformats.org/officeDocument/2006/relationships/font" Target="fonts/font11.fntdata"/><Relationship Id="rId59" Type="http://schemas.microsoft.com/office/2018/10/relationships/authors" Target="authors.xml"/><Relationship Id="rId20" Type="http://schemas.openxmlformats.org/officeDocument/2006/relationships/slide" Target="slides/slide16.xml"/><Relationship Id="rId41" Type="http://schemas.openxmlformats.org/officeDocument/2006/relationships/font" Target="fonts/font6.fntdata"/><Relationship Id="rId54"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font" Target="fonts/font1.fntdata"/><Relationship Id="rId49" Type="http://schemas.openxmlformats.org/officeDocument/2006/relationships/font" Target="fonts/font14.fntdata"/><Relationship Id="rId57" Type="http://schemas.openxmlformats.org/officeDocument/2006/relationships/tableStyles" Target="tableStyles.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font" Target="fonts/font9.fntdata"/><Relationship Id="rId52" Type="http://schemas.openxmlformats.org/officeDocument/2006/relationships/font" Target="fonts/font17.fnt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ristina Pardali" userId="3685cf55-c035-48df-99b0-f12975d8457f" providerId="ADAL" clId="{1BCC8876-BFFD-421E-A82D-2671C8618EC6}"/>
    <pc:docChg chg="undo redo custSel addSld delSld modSld sldOrd delMainMaster">
      <pc:chgData name="Christina Pardali" userId="3685cf55-c035-48df-99b0-f12975d8457f" providerId="ADAL" clId="{1BCC8876-BFFD-421E-A82D-2671C8618EC6}" dt="2026-09-28T10:59:16.067" v="1660" actId="20577"/>
      <pc:docMkLst>
        <pc:docMk/>
      </pc:docMkLst>
      <pc:sldChg chg="addSp modSp mod">
        <pc:chgData name="Christina Pardali" userId="3685cf55-c035-48df-99b0-f12975d8457f" providerId="ADAL" clId="{1BCC8876-BFFD-421E-A82D-2671C8618EC6}" dt="2026-09-03T13:07:28.885" v="1503" actId="20577"/>
        <pc:sldMkLst>
          <pc:docMk/>
          <pc:sldMk cId="0" sldId="256"/>
        </pc:sldMkLst>
        <pc:spChg chg="mod">
          <ac:chgData name="Christina Pardali" userId="3685cf55-c035-48df-99b0-f12975d8457f" providerId="ADAL" clId="{1BCC8876-BFFD-421E-A82D-2671C8618EC6}" dt="2026-09-03T13:07:28.885" v="1503" actId="20577"/>
          <ac:spMkLst>
            <pc:docMk/>
            <pc:sldMk cId="0" sldId="256"/>
            <ac:spMk id="3" creationId="{00000000-0000-0000-0000-000000000000}"/>
          </ac:spMkLst>
        </pc:spChg>
      </pc:sldChg>
      <pc:sldChg chg="modSp mod">
        <pc:chgData name="Christina Pardali" userId="3685cf55-c035-48df-99b0-f12975d8457f" providerId="ADAL" clId="{1BCC8876-BFFD-421E-A82D-2671C8618EC6}" dt="2026-09-26T20:44:06.205" v="1626" actId="20577"/>
        <pc:sldMkLst>
          <pc:docMk/>
          <pc:sldMk cId="0" sldId="257"/>
        </pc:sldMkLst>
        <pc:spChg chg="mod">
          <ac:chgData name="Christina Pardali" userId="3685cf55-c035-48df-99b0-f12975d8457f" providerId="ADAL" clId="{1BCC8876-BFFD-421E-A82D-2671C8618EC6}" dt="2026-09-26T20:44:06.205" v="1626" actId="20577"/>
          <ac:spMkLst>
            <pc:docMk/>
            <pc:sldMk cId="0" sldId="257"/>
            <ac:spMk id="3" creationId="{00000000-0000-0000-0000-000000000000}"/>
          </ac:spMkLst>
        </pc:spChg>
      </pc:sldChg>
      <pc:sldChg chg="modSp add mod ord">
        <pc:chgData name="Christina Pardali" userId="3685cf55-c035-48df-99b0-f12975d8457f" providerId="ADAL" clId="{1BCC8876-BFFD-421E-A82D-2671C8618EC6}" dt="2026-09-26T20:44:22.424" v="1647" actId="20577"/>
        <pc:sldMkLst>
          <pc:docMk/>
          <pc:sldMk cId="4114457231" sldId="260"/>
        </pc:sldMkLst>
        <pc:spChg chg="mod">
          <ac:chgData name="Christina Pardali" userId="3685cf55-c035-48df-99b0-f12975d8457f" providerId="ADAL" clId="{1BCC8876-BFFD-421E-A82D-2671C8618EC6}" dt="2026-09-26T20:43:56.409" v="1607" actId="20577"/>
          <ac:spMkLst>
            <pc:docMk/>
            <pc:sldMk cId="4114457231" sldId="260"/>
            <ac:spMk id="5" creationId="{00000000-0000-0000-0000-000000000000}"/>
          </ac:spMkLst>
        </pc:spChg>
        <pc:spChg chg="mod">
          <ac:chgData name="Christina Pardali" userId="3685cf55-c035-48df-99b0-f12975d8457f" providerId="ADAL" clId="{1BCC8876-BFFD-421E-A82D-2671C8618EC6}" dt="2026-09-26T20:44:22.424" v="1647" actId="20577"/>
          <ac:spMkLst>
            <pc:docMk/>
            <pc:sldMk cId="4114457231" sldId="260"/>
            <ac:spMk id="8" creationId="{00000000-0000-0000-0000-000000000000}"/>
          </ac:spMkLst>
        </pc:spChg>
      </pc:sldChg>
      <pc:sldChg chg="addSp delSp modSp mod">
        <pc:chgData name="Christina Pardali" userId="3685cf55-c035-48df-99b0-f12975d8457f" providerId="ADAL" clId="{1BCC8876-BFFD-421E-A82D-2671C8618EC6}" dt="2026-09-24T07:11:08.417" v="1555" actId="478"/>
        <pc:sldMkLst>
          <pc:docMk/>
          <pc:sldMk cId="0" sldId="262"/>
        </pc:sldMkLst>
      </pc:sldChg>
      <pc:sldChg chg="modNotesTx">
        <pc:chgData name="Christina Pardali" userId="3685cf55-c035-48df-99b0-f12975d8457f" providerId="ADAL" clId="{1BCC8876-BFFD-421E-A82D-2671C8618EC6}" dt="2026-09-28T10:59:07.668" v="1659" actId="20577"/>
        <pc:sldMkLst>
          <pc:docMk/>
          <pc:sldMk cId="0" sldId="264"/>
        </pc:sldMkLst>
      </pc:sldChg>
      <pc:sldChg chg="modNotesTx">
        <pc:chgData name="Christina Pardali" userId="3685cf55-c035-48df-99b0-f12975d8457f" providerId="ADAL" clId="{1BCC8876-BFFD-421E-A82D-2671C8618EC6}" dt="2026-09-28T10:59:16.067" v="1660" actId="20577"/>
        <pc:sldMkLst>
          <pc:docMk/>
          <pc:sldMk cId="0" sldId="265"/>
        </pc:sldMkLst>
      </pc:sldChg>
      <pc:sldChg chg="modSp mod">
        <pc:chgData name="Christina Pardali" userId="3685cf55-c035-48df-99b0-f12975d8457f" providerId="ADAL" clId="{1BCC8876-BFFD-421E-A82D-2671C8618EC6}" dt="2026-09-24T14:36:47.381" v="1584" actId="20577"/>
        <pc:sldMkLst>
          <pc:docMk/>
          <pc:sldMk cId="0" sldId="276"/>
        </pc:sldMkLst>
        <pc:spChg chg="mod">
          <ac:chgData name="Christina Pardali" userId="3685cf55-c035-48df-99b0-f12975d8457f" providerId="ADAL" clId="{1BCC8876-BFFD-421E-A82D-2671C8618EC6}" dt="2026-09-24T14:36:47.381" v="1584" actId="20577"/>
          <ac:spMkLst>
            <pc:docMk/>
            <pc:sldMk cId="0" sldId="276"/>
            <ac:spMk id="3" creationId="{00000000-0000-0000-0000-000000000000}"/>
          </ac:spMkLst>
        </pc:spChg>
      </pc:sldChg>
      <pc:sldChg chg="addSp delSp modSp new mod ord addAnim delAnim modAnim">
        <pc:chgData name="Christina Pardali" userId="3685cf55-c035-48df-99b0-f12975d8457f" providerId="ADAL" clId="{1BCC8876-BFFD-421E-A82D-2671C8618EC6}" dt="2026-09-27T09:24:41.942" v="1649"/>
        <pc:sldMkLst>
          <pc:docMk/>
          <pc:sldMk cId="2818822409" sldId="279"/>
        </pc:sldMkLst>
        <pc:spChg chg="add mod ord">
          <ac:chgData name="Christina Pardali" userId="3685cf55-c035-48df-99b0-f12975d8457f" providerId="ADAL" clId="{1BCC8876-BFFD-421E-A82D-2671C8618EC6}" dt="2026-09-03T12:30:07.390" v="1408" actId="1076"/>
          <ac:spMkLst>
            <pc:docMk/>
            <pc:sldMk cId="2818822409" sldId="279"/>
            <ac:spMk id="3" creationId="{551348F9-575B-A7D1-4DC9-87ABA113E0D0}"/>
          </ac:spMkLst>
        </pc:spChg>
        <pc:spChg chg="add mod">
          <ac:chgData name="Christina Pardali" userId="3685cf55-c035-48df-99b0-f12975d8457f" providerId="ADAL" clId="{1BCC8876-BFFD-421E-A82D-2671C8618EC6}" dt="2026-09-03T12:30:03.228" v="1407" actId="1076"/>
          <ac:spMkLst>
            <pc:docMk/>
            <pc:sldMk cId="2818822409" sldId="279"/>
            <ac:spMk id="4" creationId="{58494B1C-6285-A1BF-FE88-5E97B3689C5F}"/>
          </ac:spMkLst>
        </pc:spChg>
        <pc:spChg chg="add mod">
          <ac:chgData name="Christina Pardali" userId="3685cf55-c035-48df-99b0-f12975d8457f" providerId="ADAL" clId="{1BCC8876-BFFD-421E-A82D-2671C8618EC6}" dt="2026-09-03T12:29:27.644" v="1397" actId="207"/>
          <ac:spMkLst>
            <pc:docMk/>
            <pc:sldMk cId="2818822409" sldId="279"/>
            <ac:spMk id="11" creationId="{CAC4DC53-7A4E-0B4D-C327-516B2085B3CD}"/>
          </ac:spMkLst>
        </pc:spChg>
      </pc:sldChg>
      <pc:sldChg chg="modNotesTx">
        <pc:chgData name="Christina Pardali" userId="3685cf55-c035-48df-99b0-f12975d8457f" providerId="ADAL" clId="{1BCC8876-BFFD-421E-A82D-2671C8618EC6}" dt="2026-09-28T10:58:56.477" v="1658" actId="20577"/>
        <pc:sldMkLst>
          <pc:docMk/>
          <pc:sldMk cId="259605680" sldId="389"/>
        </pc:sldMkLst>
      </pc:sldChg>
      <pc:sldChg chg="ord">
        <pc:chgData name="Christina Pardali" userId="3685cf55-c035-48df-99b0-f12975d8457f" providerId="ADAL" clId="{1BCC8876-BFFD-421E-A82D-2671C8618EC6}" dt="2026-09-27T09:24:43.941" v="1651"/>
        <pc:sldMkLst>
          <pc:docMk/>
          <pc:sldMk cId="0" sldId="390"/>
        </pc:sldMkLst>
      </pc:sldChg>
      <pc:sldChg chg="delSp modSp mod">
        <pc:chgData name="Christina Pardali" userId="3685cf55-c035-48df-99b0-f12975d8457f" providerId="ADAL" clId="{1BCC8876-BFFD-421E-A82D-2671C8618EC6}" dt="2026-09-24T14:35:37.108" v="1566" actId="1076"/>
        <pc:sldMkLst>
          <pc:docMk/>
          <pc:sldMk cId="1706109554" sldId="391"/>
        </pc:sldMkLst>
        <pc:spChg chg="mod">
          <ac:chgData name="Christina Pardali" userId="3685cf55-c035-48df-99b0-f12975d8457f" providerId="ADAL" clId="{1BCC8876-BFFD-421E-A82D-2671C8618EC6}" dt="2026-09-24T14:35:37.108" v="1566" actId="1076"/>
          <ac:spMkLst>
            <pc:docMk/>
            <pc:sldMk cId="1706109554" sldId="391"/>
            <ac:spMk id="8" creationId="{00000000-0000-0000-0000-000000000000}"/>
          </ac:spMkLst>
        </pc:spChg>
        <pc:spChg chg="mod">
          <ac:chgData name="Christina Pardali" userId="3685cf55-c035-48df-99b0-f12975d8457f" providerId="ADAL" clId="{1BCC8876-BFFD-421E-A82D-2671C8618EC6}" dt="2026-09-24T14:35:37.108" v="1566" actId="1076"/>
          <ac:spMkLst>
            <pc:docMk/>
            <pc:sldMk cId="1706109554" sldId="391"/>
            <ac:spMk id="9" creationId="{00000000-0000-0000-0000-000000000000}"/>
          </ac:spMkLst>
        </pc:spChg>
        <pc:spChg chg="mod">
          <ac:chgData name="Christina Pardali" userId="3685cf55-c035-48df-99b0-f12975d8457f" providerId="ADAL" clId="{1BCC8876-BFFD-421E-A82D-2671C8618EC6}" dt="2026-09-24T14:35:37.108" v="1566" actId="1076"/>
          <ac:spMkLst>
            <pc:docMk/>
            <pc:sldMk cId="1706109554" sldId="391"/>
            <ac:spMk id="10" creationId="{00000000-0000-0000-0000-000000000000}"/>
          </ac:spMkLst>
        </pc:spChg>
        <pc:spChg chg="mod">
          <ac:chgData name="Christina Pardali" userId="3685cf55-c035-48df-99b0-f12975d8457f" providerId="ADAL" clId="{1BCC8876-BFFD-421E-A82D-2671C8618EC6}" dt="2026-09-24T14:35:37.108" v="1566" actId="1076"/>
          <ac:spMkLst>
            <pc:docMk/>
            <pc:sldMk cId="1706109554" sldId="391"/>
            <ac:spMk id="12" creationId="{00000000-0000-0000-0000-000000000000}"/>
          </ac:spMkLst>
        </pc:spChg>
        <pc:spChg chg="mod">
          <ac:chgData name="Christina Pardali" userId="3685cf55-c035-48df-99b0-f12975d8457f" providerId="ADAL" clId="{1BCC8876-BFFD-421E-A82D-2671C8618EC6}" dt="2026-09-24T14:35:37.108" v="1566" actId="1076"/>
          <ac:spMkLst>
            <pc:docMk/>
            <pc:sldMk cId="1706109554" sldId="391"/>
            <ac:spMk id="13" creationId="{00000000-0000-0000-0000-000000000000}"/>
          </ac:spMkLst>
        </pc:spChg>
        <pc:spChg chg="mod">
          <ac:chgData name="Christina Pardali" userId="3685cf55-c035-48df-99b0-f12975d8457f" providerId="ADAL" clId="{1BCC8876-BFFD-421E-A82D-2671C8618EC6}" dt="2026-09-24T14:35:37.108" v="1566" actId="1076"/>
          <ac:spMkLst>
            <pc:docMk/>
            <pc:sldMk cId="1706109554" sldId="391"/>
            <ac:spMk id="14" creationId="{00000000-0000-0000-0000-000000000000}"/>
          </ac:spMkLst>
        </pc:spChg>
        <pc:picChg chg="mod">
          <ac:chgData name="Christina Pardali" userId="3685cf55-c035-48df-99b0-f12975d8457f" providerId="ADAL" clId="{1BCC8876-BFFD-421E-A82D-2671C8618EC6}" dt="2026-09-24T14:35:37.108" v="1566" actId="1076"/>
          <ac:picMkLst>
            <pc:docMk/>
            <pc:sldMk cId="1706109554" sldId="391"/>
            <ac:picMk id="11" creationId="{00000000-0000-0000-0000-000000000000}"/>
          </ac:picMkLst>
        </pc:picChg>
        <pc:picChg chg="mod">
          <ac:chgData name="Christina Pardali" userId="3685cf55-c035-48df-99b0-f12975d8457f" providerId="ADAL" clId="{1BCC8876-BFFD-421E-A82D-2671C8618EC6}" dt="2026-09-24T14:35:37.108" v="1566" actId="1076"/>
          <ac:picMkLst>
            <pc:docMk/>
            <pc:sldMk cId="1706109554" sldId="391"/>
            <ac:picMk id="15" creationId="{00000000-0000-0000-0000-000000000000}"/>
          </ac:picMkLst>
        </pc:picChg>
      </pc:sldChg>
      <pc:sldChg chg="modSp add mod">
        <pc:chgData name="Christina Pardali" userId="3685cf55-c035-48df-99b0-f12975d8457f" providerId="ADAL" clId="{1BCC8876-BFFD-421E-A82D-2671C8618EC6}" dt="2026-09-03T13:01:00.218" v="1472" actId="20577"/>
        <pc:sldMkLst>
          <pc:docMk/>
          <pc:sldMk cId="2065618840" sldId="393"/>
        </pc:sldMkLst>
        <pc:spChg chg="mod">
          <ac:chgData name="Christina Pardali" userId="3685cf55-c035-48df-99b0-f12975d8457f" providerId="ADAL" clId="{1BCC8876-BFFD-421E-A82D-2671C8618EC6}" dt="2026-09-03T13:01:00.218" v="1472" actId="20577"/>
          <ac:spMkLst>
            <pc:docMk/>
            <pc:sldMk cId="2065618840" sldId="393"/>
            <ac:spMk id="3" creationId="{6A2DB0A3-2953-D9BA-A946-9A6A26EC710A}"/>
          </ac:spMkLst>
        </pc:spChg>
      </pc:sldChg>
      <pc:sldChg chg="modSp add mod">
        <pc:chgData name="Christina Pardali" userId="3685cf55-c035-48df-99b0-f12975d8457f" providerId="ADAL" clId="{1BCC8876-BFFD-421E-A82D-2671C8618EC6}" dt="2026-09-03T13:00:54.068" v="1454" actId="20577"/>
        <pc:sldMkLst>
          <pc:docMk/>
          <pc:sldMk cId="3517122600" sldId="395"/>
        </pc:sldMkLst>
        <pc:spChg chg="mod">
          <ac:chgData name="Christina Pardali" userId="3685cf55-c035-48df-99b0-f12975d8457f" providerId="ADAL" clId="{1BCC8876-BFFD-421E-A82D-2671C8618EC6}" dt="2026-09-03T13:00:54.068" v="1454" actId="20577"/>
          <ac:spMkLst>
            <pc:docMk/>
            <pc:sldMk cId="3517122600" sldId="395"/>
            <ac:spMk id="3" creationId="{4BCF3F23-1AB5-4829-C1AF-6CB9926B8FF8}"/>
          </ac:spMkLst>
        </pc:spChg>
        <pc:spChg chg="mod">
          <ac:chgData name="Christina Pardali" userId="3685cf55-c035-48df-99b0-f12975d8457f" providerId="ADAL" clId="{1BCC8876-BFFD-421E-A82D-2671C8618EC6}" dt="2026-09-03T13:00:47.931" v="1436" actId="1076"/>
          <ac:spMkLst>
            <pc:docMk/>
            <pc:sldMk cId="3517122600" sldId="395"/>
            <ac:spMk id="5" creationId="{00000000-0000-0000-0000-000000000000}"/>
          </ac:spMkLst>
        </pc:spChg>
        <pc:spChg chg="mod">
          <ac:chgData name="Christina Pardali" userId="3685cf55-c035-48df-99b0-f12975d8457f" providerId="ADAL" clId="{1BCC8876-BFFD-421E-A82D-2671C8618EC6}" dt="2026-09-03T13:00:47.931" v="1436" actId="1076"/>
          <ac:spMkLst>
            <pc:docMk/>
            <pc:sldMk cId="3517122600" sldId="395"/>
            <ac:spMk id="6" creationId="{00000000-0000-0000-0000-000000000000}"/>
          </ac:spMkLst>
        </pc:spChg>
        <pc:spChg chg="mod">
          <ac:chgData name="Christina Pardali" userId="3685cf55-c035-48df-99b0-f12975d8457f" providerId="ADAL" clId="{1BCC8876-BFFD-421E-A82D-2671C8618EC6}" dt="2026-09-03T13:00:47.931" v="1436" actId="1076"/>
          <ac:spMkLst>
            <pc:docMk/>
            <pc:sldMk cId="3517122600" sldId="395"/>
            <ac:spMk id="8" creationId="{00000000-0000-0000-0000-000000000000}"/>
          </ac:spMkLst>
        </pc:spChg>
        <pc:picChg chg="mod">
          <ac:chgData name="Christina Pardali" userId="3685cf55-c035-48df-99b0-f12975d8457f" providerId="ADAL" clId="{1BCC8876-BFFD-421E-A82D-2671C8618EC6}" dt="2026-09-03T13:00:47.931" v="1436" actId="1076"/>
          <ac:picMkLst>
            <pc:docMk/>
            <pc:sldMk cId="3517122600" sldId="395"/>
            <ac:picMk id="7" creationId="{00000000-0000-0000-0000-000000000000}"/>
          </ac:picMkLst>
        </pc:picChg>
      </pc:sldChg>
      <pc:sldChg chg="addSp delSp modSp new mod modClrScheme chgLayout">
        <pc:chgData name="Christina Pardali" userId="3685cf55-c035-48df-99b0-f12975d8457f" providerId="ADAL" clId="{1BCC8876-BFFD-421E-A82D-2671C8618EC6}" dt="2026-09-24T06:51:08.595" v="1512" actId="14826"/>
        <pc:sldMkLst>
          <pc:docMk/>
          <pc:sldMk cId="3806228534" sldId="396"/>
        </pc:sldMkLst>
        <pc:picChg chg="mod">
          <ac:chgData name="Christina Pardali" userId="3685cf55-c035-48df-99b0-f12975d8457f" providerId="ADAL" clId="{1BCC8876-BFFD-421E-A82D-2671C8618EC6}" dt="2026-09-24T06:51:08.595" v="1512" actId="14826"/>
          <ac:picMkLst>
            <pc:docMk/>
            <pc:sldMk cId="3806228534" sldId="396"/>
            <ac:picMk id="6" creationId="{00000000-0000-0000-0000-000000000000}"/>
          </ac:picMkLst>
        </pc:picChg>
      </pc:sldChg>
      <pc:sldChg chg="addSp delSp modSp add mod ord">
        <pc:chgData name="Christina Pardali" userId="3685cf55-c035-48df-99b0-f12975d8457f" providerId="ADAL" clId="{1BCC8876-BFFD-421E-A82D-2671C8618EC6}" dt="2026-09-27T09:28:08.194" v="1657" actId="1076"/>
        <pc:sldMkLst>
          <pc:docMk/>
          <pc:sldMk cId="3306934745" sldId="399"/>
        </pc:sldMkLst>
        <pc:spChg chg="mod">
          <ac:chgData name="Christina Pardali" userId="3685cf55-c035-48df-99b0-f12975d8457f" providerId="ADAL" clId="{1BCC8876-BFFD-421E-A82D-2671C8618EC6}" dt="2026-09-03T12:31:03.844" v="1411" actId="20577"/>
          <ac:spMkLst>
            <pc:docMk/>
            <pc:sldMk cId="3306934745" sldId="399"/>
            <ac:spMk id="2" creationId="{0A398844-B3E9-0930-2831-57EE2E05845E}"/>
          </ac:spMkLst>
        </pc:spChg>
        <pc:spChg chg="mod">
          <ac:chgData name="Christina Pardali" userId="3685cf55-c035-48df-99b0-f12975d8457f" providerId="ADAL" clId="{1BCC8876-BFFD-421E-A82D-2671C8618EC6}" dt="2026-09-27T09:27:53.673" v="1653" actId="1076"/>
          <ac:spMkLst>
            <pc:docMk/>
            <pc:sldMk cId="3306934745" sldId="399"/>
            <ac:spMk id="23" creationId="{086B0DC5-6DFD-A56F-9C98-E2858C049C6B}"/>
          </ac:spMkLst>
        </pc:spChg>
        <pc:spChg chg="mod">
          <ac:chgData name="Christina Pardali" userId="3685cf55-c035-48df-99b0-f12975d8457f" providerId="ADAL" clId="{1BCC8876-BFFD-421E-A82D-2671C8618EC6}" dt="2026-09-27T09:27:49.946" v="1652" actId="1076"/>
          <ac:spMkLst>
            <pc:docMk/>
            <pc:sldMk cId="3306934745" sldId="399"/>
            <ac:spMk id="24" creationId="{EE31199F-F093-8548-8A01-3C750BF759C0}"/>
          </ac:spMkLst>
        </pc:spChg>
        <pc:spChg chg="mod">
          <ac:chgData name="Christina Pardali" userId="3685cf55-c035-48df-99b0-f12975d8457f" providerId="ADAL" clId="{1BCC8876-BFFD-421E-A82D-2671C8618EC6}" dt="2026-09-27T09:28:01.175" v="1655" actId="1076"/>
          <ac:spMkLst>
            <pc:docMk/>
            <pc:sldMk cId="3306934745" sldId="399"/>
            <ac:spMk id="27" creationId="{62DAECE5-77A9-C021-03E7-1BE5E8AE2CBC}"/>
          </ac:spMkLst>
        </pc:spChg>
        <pc:spChg chg="mod">
          <ac:chgData name="Christina Pardali" userId="3685cf55-c035-48df-99b0-f12975d8457f" providerId="ADAL" clId="{1BCC8876-BFFD-421E-A82D-2671C8618EC6}" dt="2026-09-27T09:27:58.294" v="1654" actId="1076"/>
          <ac:spMkLst>
            <pc:docMk/>
            <pc:sldMk cId="3306934745" sldId="399"/>
            <ac:spMk id="28" creationId="{5476A6B6-7838-ECC4-B0FF-3B8540F87964}"/>
          </ac:spMkLst>
        </pc:spChg>
        <pc:spChg chg="mod">
          <ac:chgData name="Christina Pardali" userId="3685cf55-c035-48df-99b0-f12975d8457f" providerId="ADAL" clId="{1BCC8876-BFFD-421E-A82D-2671C8618EC6}" dt="2026-09-27T09:28:08.194" v="1657" actId="1076"/>
          <ac:spMkLst>
            <pc:docMk/>
            <pc:sldMk cId="3306934745" sldId="399"/>
            <ac:spMk id="31" creationId="{7FFC7B6E-2C7F-2AB3-1FA7-E169833C820D}"/>
          </ac:spMkLst>
        </pc:spChg>
        <pc:spChg chg="mod">
          <ac:chgData name="Christina Pardali" userId="3685cf55-c035-48df-99b0-f12975d8457f" providerId="ADAL" clId="{1BCC8876-BFFD-421E-A82D-2671C8618EC6}" dt="2026-09-27T09:28:05.573" v="1656" actId="1076"/>
          <ac:spMkLst>
            <pc:docMk/>
            <pc:sldMk cId="3306934745" sldId="399"/>
            <ac:spMk id="32" creationId="{7C25F823-3714-A2A2-462D-A39547860CDB}"/>
          </ac:spMkLst>
        </pc:spChg>
      </pc:sldChg>
      <pc:sldChg chg="delSp modSp mod ord">
        <pc:chgData name="Christina Pardali" userId="3685cf55-c035-48df-99b0-f12975d8457f" providerId="ADAL" clId="{1BCC8876-BFFD-421E-A82D-2671C8618EC6}" dt="2026-09-24T06:52:01.902" v="1516" actId="1076"/>
        <pc:sldMkLst>
          <pc:docMk/>
          <pc:sldMk cId="0" sldId="403"/>
        </pc:sldMkLst>
        <pc:spChg chg="mod">
          <ac:chgData name="Christina Pardali" userId="3685cf55-c035-48df-99b0-f12975d8457f" providerId="ADAL" clId="{1BCC8876-BFFD-421E-A82D-2671C8618EC6}" dt="2026-09-24T06:52:01.902" v="1516" actId="1076"/>
          <ac:spMkLst>
            <pc:docMk/>
            <pc:sldMk cId="0" sldId="403"/>
            <ac:spMk id="4" creationId="{00000000-0000-0000-0000-000000000000}"/>
          </ac:spMkLst>
        </pc:spChg>
        <pc:spChg chg="mod">
          <ac:chgData name="Christina Pardali" userId="3685cf55-c035-48df-99b0-f12975d8457f" providerId="ADAL" clId="{1BCC8876-BFFD-421E-A82D-2671C8618EC6}" dt="2026-09-24T06:52:01.902" v="1516" actId="1076"/>
          <ac:spMkLst>
            <pc:docMk/>
            <pc:sldMk cId="0" sldId="403"/>
            <ac:spMk id="5" creationId="{00000000-0000-0000-0000-000000000000}"/>
          </ac:spMkLst>
        </pc:spChg>
        <pc:spChg chg="mod">
          <ac:chgData name="Christina Pardali" userId="3685cf55-c035-48df-99b0-f12975d8457f" providerId="ADAL" clId="{1BCC8876-BFFD-421E-A82D-2671C8618EC6}" dt="2026-09-24T06:52:01.902" v="1516" actId="1076"/>
          <ac:spMkLst>
            <pc:docMk/>
            <pc:sldMk cId="0" sldId="403"/>
            <ac:spMk id="6" creationId="{00000000-0000-0000-0000-000000000000}"/>
          </ac:spMkLst>
        </pc:spChg>
        <pc:spChg chg="mod">
          <ac:chgData name="Christina Pardali" userId="3685cf55-c035-48df-99b0-f12975d8457f" providerId="ADAL" clId="{1BCC8876-BFFD-421E-A82D-2671C8618EC6}" dt="2026-09-24T06:52:01.902" v="1516" actId="1076"/>
          <ac:spMkLst>
            <pc:docMk/>
            <pc:sldMk cId="0" sldId="403"/>
            <ac:spMk id="7" creationId="{00000000-0000-0000-0000-000000000000}"/>
          </ac:spMkLst>
        </pc:spChg>
        <pc:spChg chg="mod">
          <ac:chgData name="Christina Pardali" userId="3685cf55-c035-48df-99b0-f12975d8457f" providerId="ADAL" clId="{1BCC8876-BFFD-421E-A82D-2671C8618EC6}" dt="2026-09-24T06:52:01.902" v="1516" actId="1076"/>
          <ac:spMkLst>
            <pc:docMk/>
            <pc:sldMk cId="0" sldId="403"/>
            <ac:spMk id="8" creationId="{00000000-0000-0000-0000-000000000000}"/>
          </ac:spMkLst>
        </pc:spChg>
        <pc:spChg chg="mod">
          <ac:chgData name="Christina Pardali" userId="3685cf55-c035-48df-99b0-f12975d8457f" providerId="ADAL" clId="{1BCC8876-BFFD-421E-A82D-2671C8618EC6}" dt="2026-09-24T06:52:01.902" v="1516" actId="1076"/>
          <ac:spMkLst>
            <pc:docMk/>
            <pc:sldMk cId="0" sldId="403"/>
            <ac:spMk id="9" creationId="{00000000-0000-0000-0000-000000000000}"/>
          </ac:spMkLst>
        </pc:spChg>
      </pc:sldChg>
      <pc:sldChg chg="modSp mod">
        <pc:chgData name="Christina Pardali" userId="3685cf55-c035-48df-99b0-f12975d8457f" providerId="ADAL" clId="{1BCC8876-BFFD-421E-A82D-2671C8618EC6}" dt="2026-08-31T14:52:22.876" v="1266" actId="207"/>
        <pc:sldMkLst>
          <pc:docMk/>
          <pc:sldMk cId="0" sldId="407"/>
        </pc:sldMkLst>
        <pc:spChg chg="mod">
          <ac:chgData name="Christina Pardali" userId="3685cf55-c035-48df-99b0-f12975d8457f" providerId="ADAL" clId="{1BCC8876-BFFD-421E-A82D-2671C8618EC6}" dt="2026-08-31T14:51:24.129" v="1252" actId="207"/>
          <ac:spMkLst>
            <pc:docMk/>
            <pc:sldMk cId="0" sldId="407"/>
            <ac:spMk id="2" creationId="{00000000-0000-0000-0000-000000000000}"/>
          </ac:spMkLst>
        </pc:spChg>
        <pc:spChg chg="mod">
          <ac:chgData name="Christina Pardali" userId="3685cf55-c035-48df-99b0-f12975d8457f" providerId="ADAL" clId="{1BCC8876-BFFD-421E-A82D-2671C8618EC6}" dt="2026-08-31T14:51:44.711" v="1256" actId="207"/>
          <ac:spMkLst>
            <pc:docMk/>
            <pc:sldMk cId="0" sldId="407"/>
            <ac:spMk id="3" creationId="{00000000-0000-0000-0000-000000000000}"/>
          </ac:spMkLst>
        </pc:spChg>
        <pc:spChg chg="mod">
          <ac:chgData name="Christina Pardali" userId="3685cf55-c035-48df-99b0-f12975d8457f" providerId="ADAL" clId="{1BCC8876-BFFD-421E-A82D-2671C8618EC6}" dt="2026-08-31T14:51:50.463" v="1257" actId="208"/>
          <ac:spMkLst>
            <pc:docMk/>
            <pc:sldMk cId="0" sldId="407"/>
            <ac:spMk id="4" creationId="{00000000-0000-0000-0000-000000000000}"/>
          </ac:spMkLst>
        </pc:spChg>
        <pc:spChg chg="mod">
          <ac:chgData name="Christina Pardali" userId="3685cf55-c035-48df-99b0-f12975d8457f" providerId="ADAL" clId="{1BCC8876-BFFD-421E-A82D-2671C8618EC6}" dt="2026-08-31T14:52:12.585" v="1264" actId="207"/>
          <ac:spMkLst>
            <pc:docMk/>
            <pc:sldMk cId="0" sldId="407"/>
            <ac:spMk id="5" creationId="{00000000-0000-0000-0000-000000000000}"/>
          </ac:spMkLst>
        </pc:spChg>
        <pc:spChg chg="mod">
          <ac:chgData name="Christina Pardali" userId="3685cf55-c035-48df-99b0-f12975d8457f" providerId="ADAL" clId="{1BCC8876-BFFD-421E-A82D-2671C8618EC6}" dt="2026-08-31T14:52:01.452" v="1261" actId="207"/>
          <ac:spMkLst>
            <pc:docMk/>
            <pc:sldMk cId="0" sldId="407"/>
            <ac:spMk id="6" creationId="{00000000-0000-0000-0000-000000000000}"/>
          </ac:spMkLst>
        </pc:spChg>
        <pc:spChg chg="mod">
          <ac:chgData name="Christina Pardali" userId="3685cf55-c035-48df-99b0-f12975d8457f" providerId="ADAL" clId="{1BCC8876-BFFD-421E-A82D-2671C8618EC6}" dt="2026-08-31T14:51:53.355" v="1258" actId="208"/>
          <ac:spMkLst>
            <pc:docMk/>
            <pc:sldMk cId="0" sldId="407"/>
            <ac:spMk id="8" creationId="{00000000-0000-0000-0000-000000000000}"/>
          </ac:spMkLst>
        </pc:spChg>
        <pc:spChg chg="mod">
          <ac:chgData name="Christina Pardali" userId="3685cf55-c035-48df-99b0-f12975d8457f" providerId="ADAL" clId="{1BCC8876-BFFD-421E-A82D-2671C8618EC6}" dt="2026-08-31T14:52:18.383" v="1265" actId="207"/>
          <ac:spMkLst>
            <pc:docMk/>
            <pc:sldMk cId="0" sldId="407"/>
            <ac:spMk id="9" creationId="{00000000-0000-0000-0000-000000000000}"/>
          </ac:spMkLst>
        </pc:spChg>
        <pc:spChg chg="mod">
          <ac:chgData name="Christina Pardali" userId="3685cf55-c035-48df-99b0-f12975d8457f" providerId="ADAL" clId="{1BCC8876-BFFD-421E-A82D-2671C8618EC6}" dt="2026-08-31T14:52:04.599" v="1262" actId="207"/>
          <ac:spMkLst>
            <pc:docMk/>
            <pc:sldMk cId="0" sldId="407"/>
            <ac:spMk id="10" creationId="{00000000-0000-0000-0000-000000000000}"/>
          </ac:spMkLst>
        </pc:spChg>
        <pc:spChg chg="mod">
          <ac:chgData name="Christina Pardali" userId="3685cf55-c035-48df-99b0-f12975d8457f" providerId="ADAL" clId="{1BCC8876-BFFD-421E-A82D-2671C8618EC6}" dt="2026-08-31T14:51:56.264" v="1259" actId="208"/>
          <ac:spMkLst>
            <pc:docMk/>
            <pc:sldMk cId="0" sldId="407"/>
            <ac:spMk id="12" creationId="{00000000-0000-0000-0000-000000000000}"/>
          </ac:spMkLst>
        </pc:spChg>
        <pc:spChg chg="mod">
          <ac:chgData name="Christina Pardali" userId="3685cf55-c035-48df-99b0-f12975d8457f" providerId="ADAL" clId="{1BCC8876-BFFD-421E-A82D-2671C8618EC6}" dt="2026-08-31T14:52:22.876" v="1266" actId="207"/>
          <ac:spMkLst>
            <pc:docMk/>
            <pc:sldMk cId="0" sldId="407"/>
            <ac:spMk id="13" creationId="{00000000-0000-0000-0000-000000000000}"/>
          </ac:spMkLst>
        </pc:spChg>
        <pc:spChg chg="mod">
          <ac:chgData name="Christina Pardali" userId="3685cf55-c035-48df-99b0-f12975d8457f" providerId="ADAL" clId="{1BCC8876-BFFD-421E-A82D-2671C8618EC6}" dt="2026-08-31T14:52:07.227" v="1263" actId="207"/>
          <ac:spMkLst>
            <pc:docMk/>
            <pc:sldMk cId="0" sldId="407"/>
            <ac:spMk id="14" creationId="{00000000-0000-0000-0000-000000000000}"/>
          </ac:spMkLst>
        </pc:spChg>
      </pc:sldChg>
      <pc:sldChg chg="modSp mod">
        <pc:chgData name="Christina Pardali" userId="3685cf55-c035-48df-99b0-f12975d8457f" providerId="ADAL" clId="{1BCC8876-BFFD-421E-A82D-2671C8618EC6}" dt="2026-09-03T12:42:06.570" v="1435" actId="20577"/>
        <pc:sldMkLst>
          <pc:docMk/>
          <pc:sldMk cId="0" sldId="408"/>
        </pc:sldMkLst>
        <pc:spChg chg="mod">
          <ac:chgData name="Christina Pardali" userId="3685cf55-c035-48df-99b0-f12975d8457f" providerId="ADAL" clId="{1BCC8876-BFFD-421E-A82D-2671C8618EC6}" dt="2026-08-31T14:52:47.128" v="1270" actId="2711"/>
          <ac:spMkLst>
            <pc:docMk/>
            <pc:sldMk cId="0" sldId="408"/>
            <ac:spMk id="2" creationId="{00000000-0000-0000-0000-000000000000}"/>
          </ac:spMkLst>
        </pc:spChg>
        <pc:spChg chg="mod">
          <ac:chgData name="Christina Pardali" userId="3685cf55-c035-48df-99b0-f12975d8457f" providerId="ADAL" clId="{1BCC8876-BFFD-421E-A82D-2671C8618EC6}" dt="2026-08-31T14:52:59.407" v="1273" actId="207"/>
          <ac:spMkLst>
            <pc:docMk/>
            <pc:sldMk cId="0" sldId="408"/>
            <ac:spMk id="3" creationId="{00000000-0000-0000-0000-000000000000}"/>
          </ac:spMkLst>
        </pc:spChg>
        <pc:spChg chg="mod">
          <ac:chgData name="Christina Pardali" userId="3685cf55-c035-48df-99b0-f12975d8457f" providerId="ADAL" clId="{1BCC8876-BFFD-421E-A82D-2671C8618EC6}" dt="2026-08-31T14:53:03.328" v="1274" actId="208"/>
          <ac:spMkLst>
            <pc:docMk/>
            <pc:sldMk cId="0" sldId="408"/>
            <ac:spMk id="4" creationId="{00000000-0000-0000-0000-000000000000}"/>
          </ac:spMkLst>
        </pc:spChg>
        <pc:spChg chg="mod">
          <ac:chgData name="Christina Pardali" userId="3685cf55-c035-48df-99b0-f12975d8457f" providerId="ADAL" clId="{1BCC8876-BFFD-421E-A82D-2671C8618EC6}" dt="2026-08-31T14:53:26.100" v="1280" actId="207"/>
          <ac:spMkLst>
            <pc:docMk/>
            <pc:sldMk cId="0" sldId="408"/>
            <ac:spMk id="5" creationId="{00000000-0000-0000-0000-000000000000}"/>
          </ac:spMkLst>
        </pc:spChg>
        <pc:spChg chg="mod">
          <ac:chgData name="Christina Pardali" userId="3685cf55-c035-48df-99b0-f12975d8457f" providerId="ADAL" clId="{1BCC8876-BFFD-421E-A82D-2671C8618EC6}" dt="2026-08-31T14:53:13.308" v="1277" actId="207"/>
          <ac:spMkLst>
            <pc:docMk/>
            <pc:sldMk cId="0" sldId="408"/>
            <ac:spMk id="6" creationId="{00000000-0000-0000-0000-000000000000}"/>
          </ac:spMkLst>
        </pc:spChg>
        <pc:spChg chg="mod">
          <ac:chgData name="Christina Pardali" userId="3685cf55-c035-48df-99b0-f12975d8457f" providerId="ADAL" clId="{1BCC8876-BFFD-421E-A82D-2671C8618EC6}" dt="2026-08-31T14:53:06.164" v="1275" actId="208"/>
          <ac:spMkLst>
            <pc:docMk/>
            <pc:sldMk cId="0" sldId="408"/>
            <ac:spMk id="8" creationId="{00000000-0000-0000-0000-000000000000}"/>
          </ac:spMkLst>
        </pc:spChg>
        <pc:spChg chg="mod">
          <ac:chgData name="Christina Pardali" userId="3685cf55-c035-48df-99b0-f12975d8457f" providerId="ADAL" clId="{1BCC8876-BFFD-421E-A82D-2671C8618EC6}" dt="2026-08-31T14:53:29.157" v="1281" actId="207"/>
          <ac:spMkLst>
            <pc:docMk/>
            <pc:sldMk cId="0" sldId="408"/>
            <ac:spMk id="9" creationId="{00000000-0000-0000-0000-000000000000}"/>
          </ac:spMkLst>
        </pc:spChg>
        <pc:spChg chg="mod">
          <ac:chgData name="Christina Pardali" userId="3685cf55-c035-48df-99b0-f12975d8457f" providerId="ADAL" clId="{1BCC8876-BFFD-421E-A82D-2671C8618EC6}" dt="2026-08-31T14:53:16.488" v="1278" actId="207"/>
          <ac:spMkLst>
            <pc:docMk/>
            <pc:sldMk cId="0" sldId="408"/>
            <ac:spMk id="10" creationId="{00000000-0000-0000-0000-000000000000}"/>
          </ac:spMkLst>
        </pc:spChg>
        <pc:spChg chg="mod">
          <ac:chgData name="Christina Pardali" userId="3685cf55-c035-48df-99b0-f12975d8457f" providerId="ADAL" clId="{1BCC8876-BFFD-421E-A82D-2671C8618EC6}" dt="2026-08-31T14:53:08.916" v="1276" actId="208"/>
          <ac:spMkLst>
            <pc:docMk/>
            <pc:sldMk cId="0" sldId="408"/>
            <ac:spMk id="12" creationId="{00000000-0000-0000-0000-000000000000}"/>
          </ac:spMkLst>
        </pc:spChg>
        <pc:spChg chg="mod">
          <ac:chgData name="Christina Pardali" userId="3685cf55-c035-48df-99b0-f12975d8457f" providerId="ADAL" clId="{1BCC8876-BFFD-421E-A82D-2671C8618EC6}" dt="2026-08-31T14:53:32.310" v="1282" actId="207"/>
          <ac:spMkLst>
            <pc:docMk/>
            <pc:sldMk cId="0" sldId="408"/>
            <ac:spMk id="13" creationId="{00000000-0000-0000-0000-000000000000}"/>
          </ac:spMkLst>
        </pc:spChg>
        <pc:spChg chg="mod">
          <ac:chgData name="Christina Pardali" userId="3685cf55-c035-48df-99b0-f12975d8457f" providerId="ADAL" clId="{1BCC8876-BFFD-421E-A82D-2671C8618EC6}" dt="2026-08-31T14:53:20.677" v="1279" actId="207"/>
          <ac:spMkLst>
            <pc:docMk/>
            <pc:sldMk cId="0" sldId="408"/>
            <ac:spMk id="14" creationId="{00000000-0000-0000-0000-000000000000}"/>
          </ac:spMkLst>
        </pc:spChg>
        <pc:spChg chg="mod">
          <ac:chgData name="Christina Pardali" userId="3685cf55-c035-48df-99b0-f12975d8457f" providerId="ADAL" clId="{1BCC8876-BFFD-421E-A82D-2671C8618EC6}" dt="2026-09-03T12:42:06.570" v="1435" actId="20577"/>
          <ac:spMkLst>
            <pc:docMk/>
            <pc:sldMk cId="0" sldId="408"/>
            <ac:spMk id="15" creationId="{00000000-0000-0000-0000-000000000000}"/>
          </ac:spMkLst>
        </pc:spChg>
      </pc:sldChg>
      <pc:sldChg chg="modSp mod">
        <pc:chgData name="Christina Pardali" userId="3685cf55-c035-48df-99b0-f12975d8457f" providerId="ADAL" clId="{1BCC8876-BFFD-421E-A82D-2671C8618EC6}" dt="2026-09-24T06:55:25.692" v="1548" actId="20577"/>
        <pc:sldMkLst>
          <pc:docMk/>
          <pc:sldMk cId="0" sldId="409"/>
        </pc:sldMkLst>
        <pc:spChg chg="mod">
          <ac:chgData name="Christina Pardali" userId="3685cf55-c035-48df-99b0-f12975d8457f" providerId="ADAL" clId="{1BCC8876-BFFD-421E-A82D-2671C8618EC6}" dt="2026-08-31T14:54:17.709" v="1295" actId="403"/>
          <ac:spMkLst>
            <pc:docMk/>
            <pc:sldMk cId="0" sldId="409"/>
            <ac:spMk id="2" creationId="{00000000-0000-0000-0000-000000000000}"/>
          </ac:spMkLst>
        </pc:spChg>
        <pc:spChg chg="mod">
          <ac:chgData name="Christina Pardali" userId="3685cf55-c035-48df-99b0-f12975d8457f" providerId="ADAL" clId="{1BCC8876-BFFD-421E-A82D-2671C8618EC6}" dt="2026-08-31T14:53:45.326" v="1285" actId="207"/>
          <ac:spMkLst>
            <pc:docMk/>
            <pc:sldMk cId="0" sldId="409"/>
            <ac:spMk id="3" creationId="{00000000-0000-0000-0000-000000000000}"/>
          </ac:spMkLst>
        </pc:spChg>
        <pc:spChg chg="mod">
          <ac:chgData name="Christina Pardali" userId="3685cf55-c035-48df-99b0-f12975d8457f" providerId="ADAL" clId="{1BCC8876-BFFD-421E-A82D-2671C8618EC6}" dt="2026-08-31T14:53:48.150" v="1286" actId="208"/>
          <ac:spMkLst>
            <pc:docMk/>
            <pc:sldMk cId="0" sldId="409"/>
            <ac:spMk id="4" creationId="{00000000-0000-0000-0000-000000000000}"/>
          </ac:spMkLst>
        </pc:spChg>
        <pc:spChg chg="mod">
          <ac:chgData name="Christina Pardali" userId="3685cf55-c035-48df-99b0-f12975d8457f" providerId="ADAL" clId="{1BCC8876-BFFD-421E-A82D-2671C8618EC6}" dt="2026-08-31T14:53:58.868" v="1289" actId="207"/>
          <ac:spMkLst>
            <pc:docMk/>
            <pc:sldMk cId="0" sldId="409"/>
            <ac:spMk id="5" creationId="{00000000-0000-0000-0000-000000000000}"/>
          </ac:spMkLst>
        </pc:spChg>
        <pc:spChg chg="mod">
          <ac:chgData name="Christina Pardali" userId="3685cf55-c035-48df-99b0-f12975d8457f" providerId="ADAL" clId="{1BCC8876-BFFD-421E-A82D-2671C8618EC6}" dt="2026-09-24T06:55:25.692" v="1548" actId="20577"/>
          <ac:spMkLst>
            <pc:docMk/>
            <pc:sldMk cId="0" sldId="409"/>
            <ac:spMk id="6" creationId="{00000000-0000-0000-0000-000000000000}"/>
          </ac:spMkLst>
        </pc:spChg>
        <pc:spChg chg="mod">
          <ac:chgData name="Christina Pardali" userId="3685cf55-c035-48df-99b0-f12975d8457f" providerId="ADAL" clId="{1BCC8876-BFFD-421E-A82D-2671C8618EC6}" dt="2026-08-31T14:53:50.774" v="1287" actId="208"/>
          <ac:spMkLst>
            <pc:docMk/>
            <pc:sldMk cId="0" sldId="409"/>
            <ac:spMk id="8" creationId="{00000000-0000-0000-0000-000000000000}"/>
          </ac:spMkLst>
        </pc:spChg>
        <pc:spChg chg="mod">
          <ac:chgData name="Christina Pardali" userId="3685cf55-c035-48df-99b0-f12975d8457f" providerId="ADAL" clId="{1BCC8876-BFFD-421E-A82D-2671C8618EC6}" dt="2026-08-31T14:54:02.387" v="1290" actId="207"/>
          <ac:spMkLst>
            <pc:docMk/>
            <pc:sldMk cId="0" sldId="409"/>
            <ac:spMk id="9" creationId="{00000000-0000-0000-0000-000000000000}"/>
          </ac:spMkLst>
        </pc:spChg>
        <pc:spChg chg="mod">
          <ac:chgData name="Christina Pardali" userId="3685cf55-c035-48df-99b0-f12975d8457f" providerId="ADAL" clId="{1BCC8876-BFFD-421E-A82D-2671C8618EC6}" dt="2026-08-31T14:54:25.919" v="1297" actId="207"/>
          <ac:spMkLst>
            <pc:docMk/>
            <pc:sldMk cId="0" sldId="409"/>
            <ac:spMk id="10" creationId="{00000000-0000-0000-0000-000000000000}"/>
          </ac:spMkLst>
        </pc:spChg>
        <pc:spChg chg="mod">
          <ac:chgData name="Christina Pardali" userId="3685cf55-c035-48df-99b0-f12975d8457f" providerId="ADAL" clId="{1BCC8876-BFFD-421E-A82D-2671C8618EC6}" dt="2026-08-31T14:53:54.994" v="1288" actId="208"/>
          <ac:spMkLst>
            <pc:docMk/>
            <pc:sldMk cId="0" sldId="409"/>
            <ac:spMk id="12" creationId="{00000000-0000-0000-0000-000000000000}"/>
          </ac:spMkLst>
        </pc:spChg>
        <pc:spChg chg="mod">
          <ac:chgData name="Christina Pardali" userId="3685cf55-c035-48df-99b0-f12975d8457f" providerId="ADAL" clId="{1BCC8876-BFFD-421E-A82D-2671C8618EC6}" dt="2026-08-31T14:54:05.316" v="1291" actId="207"/>
          <ac:spMkLst>
            <pc:docMk/>
            <pc:sldMk cId="0" sldId="409"/>
            <ac:spMk id="13" creationId="{00000000-0000-0000-0000-000000000000}"/>
          </ac:spMkLst>
        </pc:spChg>
        <pc:spChg chg="mod">
          <ac:chgData name="Christina Pardali" userId="3685cf55-c035-48df-99b0-f12975d8457f" providerId="ADAL" clId="{1BCC8876-BFFD-421E-A82D-2671C8618EC6}" dt="2026-08-31T14:54:29.668" v="1298" actId="207"/>
          <ac:spMkLst>
            <pc:docMk/>
            <pc:sldMk cId="0" sldId="409"/>
            <ac:spMk id="14" creationId="{00000000-0000-0000-0000-000000000000}"/>
          </ac:spMkLst>
        </pc:spChg>
      </pc:sldChg>
      <pc:sldChg chg="modSp add mod ord">
        <pc:chgData name="Christina Pardali" userId="3685cf55-c035-48df-99b0-f12975d8457f" providerId="ADAL" clId="{1BCC8876-BFFD-421E-A82D-2671C8618EC6}" dt="2026-08-31T14:56:26.811" v="1335"/>
        <pc:sldMkLst>
          <pc:docMk/>
          <pc:sldMk cId="1883678391" sldId="410"/>
        </pc:sldMkLst>
        <pc:spChg chg="mod">
          <ac:chgData name="Christina Pardali" userId="3685cf55-c035-48df-99b0-f12975d8457f" providerId="ADAL" clId="{1BCC8876-BFFD-421E-A82D-2671C8618EC6}" dt="2026-08-31T14:55:19.114" v="1309" actId="208"/>
          <ac:spMkLst>
            <pc:docMk/>
            <pc:sldMk cId="1883678391" sldId="410"/>
            <ac:spMk id="3" creationId="{A4CEDA7D-B17A-1BF2-9418-002E6051CB2D}"/>
          </ac:spMkLst>
        </pc:spChg>
        <pc:spChg chg="mod">
          <ac:chgData name="Christina Pardali" userId="3685cf55-c035-48df-99b0-f12975d8457f" providerId="ADAL" clId="{1BCC8876-BFFD-421E-A82D-2671C8618EC6}" dt="2026-08-31T14:55:28.746" v="1312" actId="208"/>
          <ac:spMkLst>
            <pc:docMk/>
            <pc:sldMk cId="1883678391" sldId="410"/>
            <ac:spMk id="4" creationId="{4F2AD983-DDBF-F74B-6C55-7A7CCB245503}"/>
          </ac:spMkLst>
        </pc:spChg>
        <pc:spChg chg="mod">
          <ac:chgData name="Christina Pardali" userId="3685cf55-c035-48df-99b0-f12975d8457f" providerId="ADAL" clId="{1BCC8876-BFFD-421E-A82D-2671C8618EC6}" dt="2026-08-31T14:55:37.704" v="1315" actId="208"/>
          <ac:spMkLst>
            <pc:docMk/>
            <pc:sldMk cId="1883678391" sldId="410"/>
            <ac:spMk id="5" creationId="{991A5748-42D5-42A9-B5E4-1794B2C3C5F0}"/>
          </ac:spMkLst>
        </pc:spChg>
        <pc:spChg chg="mod">
          <ac:chgData name="Christina Pardali" userId="3685cf55-c035-48df-99b0-f12975d8457f" providerId="ADAL" clId="{1BCC8876-BFFD-421E-A82D-2671C8618EC6}" dt="2026-08-31T14:55:47.421" v="1318" actId="208"/>
          <ac:spMkLst>
            <pc:docMk/>
            <pc:sldMk cId="1883678391" sldId="410"/>
            <ac:spMk id="6" creationId="{7E9D569E-59A3-FD61-7CD0-89F670499924}"/>
          </ac:spMkLst>
        </pc:spChg>
        <pc:spChg chg="mod">
          <ac:chgData name="Christina Pardali" userId="3685cf55-c035-48df-99b0-f12975d8457f" providerId="ADAL" clId="{1BCC8876-BFFD-421E-A82D-2671C8618EC6}" dt="2026-08-31T14:56:01.739" v="1322" actId="208"/>
          <ac:spMkLst>
            <pc:docMk/>
            <pc:sldMk cId="1883678391" sldId="410"/>
            <ac:spMk id="7" creationId="{8BA816C5-7EEC-0942-E0C0-5CF5EE92FB89}"/>
          </ac:spMkLst>
        </pc:spChg>
        <pc:spChg chg="mod">
          <ac:chgData name="Christina Pardali" userId="3685cf55-c035-48df-99b0-f12975d8457f" providerId="ADAL" clId="{1BCC8876-BFFD-421E-A82D-2671C8618EC6}" dt="2026-08-31T14:55:22.211" v="1310" actId="208"/>
          <ac:spMkLst>
            <pc:docMk/>
            <pc:sldMk cId="1883678391" sldId="410"/>
            <ac:spMk id="8" creationId="{1E05C34D-5A7A-29C7-CE95-34DCE0D6B3C1}"/>
          </ac:spMkLst>
        </pc:spChg>
        <pc:spChg chg="mod">
          <ac:chgData name="Christina Pardali" userId="3685cf55-c035-48df-99b0-f12975d8457f" providerId="ADAL" clId="{1BCC8876-BFFD-421E-A82D-2671C8618EC6}" dt="2026-08-31T14:55:32.035" v="1313" actId="208"/>
          <ac:spMkLst>
            <pc:docMk/>
            <pc:sldMk cId="1883678391" sldId="410"/>
            <ac:spMk id="9" creationId="{D1920052-66B6-EF1D-F5D8-F1077C1C846E}"/>
          </ac:spMkLst>
        </pc:spChg>
        <pc:spChg chg="mod">
          <ac:chgData name="Christina Pardali" userId="3685cf55-c035-48df-99b0-f12975d8457f" providerId="ADAL" clId="{1BCC8876-BFFD-421E-A82D-2671C8618EC6}" dt="2026-08-31T14:55:40.508" v="1316" actId="208"/>
          <ac:spMkLst>
            <pc:docMk/>
            <pc:sldMk cId="1883678391" sldId="410"/>
            <ac:spMk id="10" creationId="{D3437349-6162-5785-6CD2-7421B51CC004}"/>
          </ac:spMkLst>
        </pc:spChg>
        <pc:spChg chg="mod">
          <ac:chgData name="Christina Pardali" userId="3685cf55-c035-48df-99b0-f12975d8457f" providerId="ADAL" clId="{1BCC8876-BFFD-421E-A82D-2671C8618EC6}" dt="2026-08-31T14:55:08.553" v="1308" actId="20577"/>
          <ac:spMkLst>
            <pc:docMk/>
            <pc:sldMk cId="1883678391" sldId="410"/>
            <ac:spMk id="11" creationId="{33D9E593-C2EC-135A-1067-DFADC5C614F6}"/>
          </ac:spMkLst>
        </pc:spChg>
        <pc:spChg chg="mod">
          <ac:chgData name="Christina Pardali" userId="3685cf55-c035-48df-99b0-f12975d8457f" providerId="ADAL" clId="{1BCC8876-BFFD-421E-A82D-2671C8618EC6}" dt="2026-08-31T14:56:15.566" v="1331" actId="207"/>
          <ac:spMkLst>
            <pc:docMk/>
            <pc:sldMk cId="1883678391" sldId="410"/>
            <ac:spMk id="12" creationId="{8B5EE490-CA4A-84AB-42FC-F8AB756C458C}"/>
          </ac:spMkLst>
        </pc:spChg>
        <pc:spChg chg="mod">
          <ac:chgData name="Christina Pardali" userId="3685cf55-c035-48df-99b0-f12975d8457f" providerId="ADAL" clId="{1BCC8876-BFFD-421E-A82D-2671C8618EC6}" dt="2026-08-31T14:55:25.393" v="1311" actId="208"/>
          <ac:spMkLst>
            <pc:docMk/>
            <pc:sldMk cId="1883678391" sldId="410"/>
            <ac:spMk id="13" creationId="{7FB17C93-9667-0412-09C4-F175A09EA769}"/>
          </ac:spMkLst>
        </pc:spChg>
        <pc:spChg chg="mod">
          <ac:chgData name="Christina Pardali" userId="3685cf55-c035-48df-99b0-f12975d8457f" providerId="ADAL" clId="{1BCC8876-BFFD-421E-A82D-2671C8618EC6}" dt="2026-08-31T14:55:34.841" v="1314" actId="208"/>
          <ac:spMkLst>
            <pc:docMk/>
            <pc:sldMk cId="1883678391" sldId="410"/>
            <ac:spMk id="14" creationId="{B6B28D16-9C86-411A-8CD7-1C1055B2A0A2}"/>
          </ac:spMkLst>
        </pc:spChg>
        <pc:spChg chg="mod">
          <ac:chgData name="Christina Pardali" userId="3685cf55-c035-48df-99b0-f12975d8457f" providerId="ADAL" clId="{1BCC8876-BFFD-421E-A82D-2671C8618EC6}" dt="2026-08-31T14:55:43.459" v="1317" actId="208"/>
          <ac:spMkLst>
            <pc:docMk/>
            <pc:sldMk cId="1883678391" sldId="410"/>
            <ac:spMk id="15" creationId="{3D97B737-28D4-88B7-9A18-9798EEE8E820}"/>
          </ac:spMkLst>
        </pc:spChg>
        <pc:spChg chg="mod">
          <ac:chgData name="Christina Pardali" userId="3685cf55-c035-48df-99b0-f12975d8457f" providerId="ADAL" clId="{1BCC8876-BFFD-421E-A82D-2671C8618EC6}" dt="2026-08-31T14:55:51.989" v="1319" actId="208"/>
          <ac:spMkLst>
            <pc:docMk/>
            <pc:sldMk cId="1883678391" sldId="410"/>
            <ac:spMk id="16" creationId="{35981AC7-003A-81CC-4B24-79866B1E17C3}"/>
          </ac:spMkLst>
        </pc:spChg>
        <pc:spChg chg="mod">
          <ac:chgData name="Christina Pardali" userId="3685cf55-c035-48df-99b0-f12975d8457f" providerId="ADAL" clId="{1BCC8876-BFFD-421E-A82D-2671C8618EC6}" dt="2026-08-31T14:56:22.622" v="1333" actId="207"/>
          <ac:spMkLst>
            <pc:docMk/>
            <pc:sldMk cId="1883678391" sldId="410"/>
            <ac:spMk id="17" creationId="{2743DF80-A7E8-7234-BE61-AB0787B7310E}"/>
          </ac:spMkLst>
        </pc:spChg>
        <pc:spChg chg="mod">
          <ac:chgData name="Christina Pardali" userId="3685cf55-c035-48df-99b0-f12975d8457f" providerId="ADAL" clId="{1BCC8876-BFFD-421E-A82D-2671C8618EC6}" dt="2026-08-31T14:55:55.342" v="1320" actId="208"/>
          <ac:spMkLst>
            <pc:docMk/>
            <pc:sldMk cId="1883678391" sldId="410"/>
            <ac:spMk id="18" creationId="{3D8C4E4F-1F63-539A-51A6-861A7CE603FF}"/>
          </ac:spMkLst>
        </pc:spChg>
        <pc:spChg chg="mod">
          <ac:chgData name="Christina Pardali" userId="3685cf55-c035-48df-99b0-f12975d8457f" providerId="ADAL" clId="{1BCC8876-BFFD-421E-A82D-2671C8618EC6}" dt="2026-08-31T14:55:58.480" v="1321" actId="208"/>
          <ac:spMkLst>
            <pc:docMk/>
            <pc:sldMk cId="1883678391" sldId="410"/>
            <ac:spMk id="19" creationId="{D4F3B4A8-DB5F-F551-8F8D-CA523446A777}"/>
          </ac:spMkLst>
        </pc:spChg>
      </pc:sldChg>
      <pc:sldChg chg="modSp add mod">
        <pc:chgData name="Christina Pardali" userId="3685cf55-c035-48df-99b0-f12975d8457f" providerId="ADAL" clId="{1BCC8876-BFFD-421E-A82D-2671C8618EC6}" dt="2026-08-31T14:56:56.592" v="1346" actId="207"/>
        <pc:sldMkLst>
          <pc:docMk/>
          <pc:sldMk cId="2199960345" sldId="411"/>
        </pc:sldMkLst>
        <pc:spChg chg="mod">
          <ac:chgData name="Christina Pardali" userId="3685cf55-c035-48df-99b0-f12975d8457f" providerId="ADAL" clId="{1BCC8876-BFFD-421E-A82D-2671C8618EC6}" dt="2026-08-31T14:56:45.607" v="1342" actId="207"/>
          <ac:spMkLst>
            <pc:docMk/>
            <pc:sldMk cId="2199960345" sldId="411"/>
            <ac:spMk id="11" creationId="{CAAEB239-870F-4567-BB83-606B3EE816C6}"/>
          </ac:spMkLst>
        </pc:spChg>
        <pc:spChg chg="mod">
          <ac:chgData name="Christina Pardali" userId="3685cf55-c035-48df-99b0-f12975d8457f" providerId="ADAL" clId="{1BCC8876-BFFD-421E-A82D-2671C8618EC6}" dt="2026-08-31T14:56:51.029" v="1344" actId="207"/>
          <ac:spMkLst>
            <pc:docMk/>
            <pc:sldMk cId="2199960345" sldId="411"/>
            <ac:spMk id="12" creationId="{86127128-CB35-86A5-CA92-F9907671691C}"/>
          </ac:spMkLst>
        </pc:spChg>
        <pc:spChg chg="mod">
          <ac:chgData name="Christina Pardali" userId="3685cf55-c035-48df-99b0-f12975d8457f" providerId="ADAL" clId="{1BCC8876-BFFD-421E-A82D-2671C8618EC6}" dt="2026-08-31T14:56:56.592" v="1346" actId="207"/>
          <ac:spMkLst>
            <pc:docMk/>
            <pc:sldMk cId="2199960345" sldId="411"/>
            <ac:spMk id="17" creationId="{B27644CC-9E6E-3FE9-9B01-18FBB1ED2FE6}"/>
          </ac:spMkLst>
        </pc:spChg>
      </pc:sldChg>
      <pc:sldChg chg="modSp mod">
        <pc:chgData name="Christina Pardali" userId="3685cf55-c035-48df-99b0-f12975d8457f" providerId="ADAL" clId="{1BCC8876-BFFD-421E-A82D-2671C8618EC6}" dt="2026-09-24T07:18:36.628" v="1557" actId="20577"/>
        <pc:sldMkLst>
          <pc:docMk/>
          <pc:sldMk cId="0" sldId="412"/>
        </pc:sldMkLst>
        <pc:spChg chg="mod">
          <ac:chgData name="Christina Pardali" userId="3685cf55-c035-48df-99b0-f12975d8457f" providerId="ADAL" clId="{1BCC8876-BFFD-421E-A82D-2671C8618EC6}" dt="2026-09-24T07:18:36.628" v="1557" actId="20577"/>
          <ac:spMkLst>
            <pc:docMk/>
            <pc:sldMk cId="0" sldId="412"/>
            <ac:spMk id="2" creationId="{00000000-0000-0000-0000-000000000000}"/>
          </ac:spMkLst>
        </pc:spChg>
      </pc:sldChg>
      <pc:sldChg chg="modSp mod">
        <pc:chgData name="Christina Pardali" userId="3685cf55-c035-48df-99b0-f12975d8457f" providerId="ADAL" clId="{1BCC8876-BFFD-421E-A82D-2671C8618EC6}" dt="2026-09-24T07:18:44.315" v="1559" actId="1076"/>
        <pc:sldMkLst>
          <pc:docMk/>
          <pc:sldMk cId="0" sldId="413"/>
        </pc:sldMkLst>
        <pc:spChg chg="mod">
          <ac:chgData name="Christina Pardali" userId="3685cf55-c035-48df-99b0-f12975d8457f" providerId="ADAL" clId="{1BCC8876-BFFD-421E-A82D-2671C8618EC6}" dt="2026-09-24T07:18:44.315" v="1559" actId="1076"/>
          <ac:spMkLst>
            <pc:docMk/>
            <pc:sldMk cId="0" sldId="413"/>
            <ac:spMk id="2" creationId="{00000000-0000-0000-0000-000000000000}"/>
          </ac:spMkLst>
        </pc:spChg>
      </pc:sld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49.svg"/><Relationship Id="rId2" Type="http://schemas.openxmlformats.org/officeDocument/2006/relationships/image" Target="../media/image48.svg"/><Relationship Id="rId1" Type="http://schemas.openxmlformats.org/officeDocument/2006/relationships/image" Target="../media/image47.svg"/><Relationship Id="rId4" Type="http://schemas.openxmlformats.org/officeDocument/2006/relationships/image" Target="../media/image50.svg"/></Relationships>
</file>

<file path=ppt/diagrams/_rels/drawing1.xml.rels><?xml version="1.0" encoding="UTF-8" standalone="yes"?>
<Relationships xmlns="http://schemas.openxmlformats.org/package/2006/relationships"><Relationship Id="rId3" Type="http://schemas.openxmlformats.org/officeDocument/2006/relationships/image" Target="../media/image49.svg"/><Relationship Id="rId2" Type="http://schemas.openxmlformats.org/officeDocument/2006/relationships/image" Target="../media/image48.svg"/><Relationship Id="rId1" Type="http://schemas.openxmlformats.org/officeDocument/2006/relationships/image" Target="../media/image47.svg"/><Relationship Id="rId4" Type="http://schemas.openxmlformats.org/officeDocument/2006/relationships/image" Target="../media/image50.svg"/></Relationships>
</file>

<file path=ppt/diagrams/colors1.xml><?xml version="1.0" encoding="utf-8"?>
<dgm:colorsDef xmlns:dgm="http://schemas.openxmlformats.org/drawingml/2006/diagram" xmlns:a="http://schemas.openxmlformats.org/drawingml/2006/main" uniqueId="urn:microsoft.com/office/officeart/2005/8/colors/colorful5#1">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0NoLn">
    <dgm:fillClrLst meth="repeat">
      <a:schemeClr val="accent4"/>
    </dgm:fillClrLst>
    <dgm:linClrLst meth="repeat">
      <a:schemeClr val="lt1">
        <a:alpha val="0"/>
      </a:schemeClr>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node1NoLn">
    <dgm:fillClrLst>
      <a:schemeClr val="accent5"/>
      <a:schemeClr val="accent6"/>
    </dgm:fillClrLst>
    <dgm:linClrLst meth="repeat">
      <a:schemeClr val="lt1">
        <a:alpha val="0"/>
      </a:schemeClr>
    </dgm:linClrLst>
    <dgm:effectClrLst/>
    <dgm:txLinClrLst/>
    <dgm:txFillClrLst/>
    <dgm:txEffectClrLst/>
  </dgm:styleLbl>
  <dgm:styleLbl name="ltNode1NoLn">
    <dgm:fillClrLst>
      <a:schemeClr val="accent5">
        <a:tint val="75000"/>
      </a:schemeClr>
      <a:schemeClr val="accent6">
        <a:tint val="75000"/>
      </a:schemeClr>
    </dgm:fillClrLst>
    <dgm:linClrLst meth="repeat">
      <a:schemeClr val="lt1">
        <a:alpha val="0"/>
      </a:schemeClr>
    </dgm:linClrLst>
    <dgm:effectClrLst/>
    <dgm:txLinClrLst/>
    <dgm:txFillClrLst meth="repeat">
      <a:schemeClr val="dk1"/>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2NoLn">
    <dgm:fillClrLst>
      <a:schemeClr val="accent6"/>
    </dgm:fillClrLst>
    <dgm:linClrLst meth="repeat">
      <a:schemeClr val="lt1">
        <a:alpha val="0"/>
      </a:schemeClr>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3NoLn">
    <dgm:fillClrLst>
      <a:schemeClr val="accent1"/>
    </dgm:fillClrLst>
    <dgm:linClrLst meth="repeat">
      <a:schemeClr val="lt1">
        <a:alpha val="0"/>
      </a:schemeClr>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node4NoLn">
    <dgm:fillClrLst>
      <a:schemeClr val="accent2"/>
    </dgm:fillClrLst>
    <dgm:linClrLst meth="repeat">
      <a:schemeClr val="lt1">
        <a:alpha val="0"/>
      </a:schemeClr>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revTxLt">
    <dgm:fillClrLst meth="repeat">
      <a:schemeClr val="lt1">
        <a:alpha val="0"/>
      </a:schemeClr>
    </dgm:fillClrLst>
    <dgm:linClrLst meth="repeat">
      <a:schemeClr val="dk1">
        <a:alpha val="0"/>
      </a:schemeClr>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6433644B-C257-47DB-B38C-24D980FB8F7C}" type="doc">
      <dgm:prSet loTypeId="urn:microsoft.com/office/officeart/2018/2/layout/IconVerticalSolidList" loCatId="icon" qsTypeId="urn:microsoft.com/office/officeart/2005/8/quickstyle/simple3#1" qsCatId="simple" csTypeId="urn:microsoft.com/office/officeart/2005/8/colors/colorful5#1" csCatId="colorful" phldr="1"/>
      <dgm:spPr/>
      <dgm:t>
        <a:bodyPr/>
        <a:lstStyle/>
        <a:p>
          <a:endParaRPr lang="en-US"/>
        </a:p>
      </dgm:t>
    </dgm:pt>
    <dgm:pt modelId="{FBA4A547-2B78-42B7-9A2D-6C673292EB25}">
      <dgm:prSet/>
      <dgm:spPr/>
      <dgm:t>
        <a:bodyPr/>
        <a:lstStyle/>
        <a:p>
          <a:pPr>
            <a:lnSpc>
              <a:spcPct val="100000"/>
            </a:lnSpc>
          </a:pPr>
          <a:r>
            <a:rPr lang="en-US" dirty="0"/>
            <a:t>How do we adopt GenAI without exposing sensitive data or leaking IP?</a:t>
          </a:r>
        </a:p>
      </dgm:t>
    </dgm:pt>
    <dgm:pt modelId="{8B9CCB0E-23EE-41CE-8E31-E38A55D0DD43}" type="parTrans" cxnId="{14DE2ABB-A52E-4377-A9BF-7EEF62E9269C}">
      <dgm:prSet/>
      <dgm:spPr/>
      <dgm:t>
        <a:bodyPr/>
        <a:lstStyle/>
        <a:p>
          <a:endParaRPr lang="en-US"/>
        </a:p>
      </dgm:t>
    </dgm:pt>
    <dgm:pt modelId="{DA04DA3B-A766-45CA-AA57-0E8C0B9316D4}" type="sibTrans" cxnId="{14DE2ABB-A52E-4377-A9BF-7EEF62E9269C}">
      <dgm:prSet/>
      <dgm:spPr/>
      <dgm:t>
        <a:bodyPr/>
        <a:lstStyle/>
        <a:p>
          <a:endParaRPr lang="en-US"/>
        </a:p>
      </dgm:t>
    </dgm:pt>
    <dgm:pt modelId="{233629E5-4BA0-4E4A-8BFF-F01E84288E79}">
      <dgm:prSet/>
      <dgm:spPr/>
      <dgm:t>
        <a:bodyPr/>
        <a:lstStyle/>
        <a:p>
          <a:pPr>
            <a:lnSpc>
              <a:spcPct val="100000"/>
            </a:lnSpc>
          </a:pPr>
          <a:r>
            <a:rPr lang="en-US" dirty="0"/>
            <a:t>Can we keep AI private - no public endpoints, on our own network?</a:t>
          </a:r>
        </a:p>
      </dgm:t>
    </dgm:pt>
    <dgm:pt modelId="{15AF96A5-0DA2-4A88-B347-F0A559481D20}" type="parTrans" cxnId="{30EF75FE-043E-4EBE-9953-39E394B17253}">
      <dgm:prSet/>
      <dgm:spPr/>
      <dgm:t>
        <a:bodyPr/>
        <a:lstStyle/>
        <a:p>
          <a:endParaRPr lang="en-US"/>
        </a:p>
      </dgm:t>
    </dgm:pt>
    <dgm:pt modelId="{87DFC997-0507-47F0-8BFE-1A5CCCCF5715}" type="sibTrans" cxnId="{30EF75FE-043E-4EBE-9953-39E394B17253}">
      <dgm:prSet/>
      <dgm:spPr/>
      <dgm:t>
        <a:bodyPr/>
        <a:lstStyle/>
        <a:p>
          <a:endParaRPr lang="en-US"/>
        </a:p>
      </dgm:t>
    </dgm:pt>
    <dgm:pt modelId="{F46BD91B-3771-428E-8815-5100EDB6A59A}">
      <dgm:prSet/>
      <dgm:spPr/>
      <dgm:t>
        <a:bodyPr/>
        <a:lstStyle/>
        <a:p>
          <a:pPr>
            <a:lnSpc>
              <a:spcPct val="100000"/>
            </a:lnSpc>
          </a:pPr>
          <a:r>
            <a:rPr lang="en-GB" dirty="0"/>
            <a:t>How do we prevent token and compute spend?</a:t>
          </a:r>
          <a:endParaRPr lang="en-US" dirty="0"/>
        </a:p>
      </dgm:t>
    </dgm:pt>
    <dgm:pt modelId="{F143205F-9531-4280-8B2D-262D77AEDCFC}" type="parTrans" cxnId="{994E945E-7DCE-47E9-9365-9859CCE01430}">
      <dgm:prSet/>
      <dgm:spPr/>
      <dgm:t>
        <a:bodyPr/>
        <a:lstStyle/>
        <a:p>
          <a:endParaRPr lang="en-US"/>
        </a:p>
      </dgm:t>
    </dgm:pt>
    <dgm:pt modelId="{F456C45F-318B-43CC-AEE7-69B88E9D4F6B}" type="sibTrans" cxnId="{994E945E-7DCE-47E9-9365-9859CCE01430}">
      <dgm:prSet/>
      <dgm:spPr/>
      <dgm:t>
        <a:bodyPr/>
        <a:lstStyle/>
        <a:p>
          <a:endParaRPr lang="en-US"/>
        </a:p>
      </dgm:t>
    </dgm:pt>
    <dgm:pt modelId="{056B2DC4-CC55-459E-B456-DE1B48E5E830}">
      <dgm:prSet/>
      <dgm:spPr/>
      <dgm:t>
        <a:bodyPr/>
        <a:lstStyle/>
        <a:p>
          <a:pPr>
            <a:lnSpc>
              <a:spcPct val="100000"/>
            </a:lnSpc>
          </a:pPr>
          <a:r>
            <a:rPr lang="en-GB"/>
            <a:t>Many teams want AI - how do we control access and set guardrails?</a:t>
          </a:r>
          <a:endParaRPr lang="en-US" dirty="0"/>
        </a:p>
      </dgm:t>
    </dgm:pt>
    <dgm:pt modelId="{111638DE-9799-42D4-B000-8A72A59C774D}" type="parTrans" cxnId="{A6CD827D-AFD3-4818-8443-AB0D6B91BE38}">
      <dgm:prSet/>
      <dgm:spPr/>
      <dgm:t>
        <a:bodyPr/>
        <a:lstStyle/>
        <a:p>
          <a:endParaRPr lang="LID4096"/>
        </a:p>
      </dgm:t>
    </dgm:pt>
    <dgm:pt modelId="{B0D017D5-A685-446A-8F08-884CA91C7D48}" type="sibTrans" cxnId="{A6CD827D-AFD3-4818-8443-AB0D6B91BE38}">
      <dgm:prSet/>
      <dgm:spPr/>
      <dgm:t>
        <a:bodyPr/>
        <a:lstStyle/>
        <a:p>
          <a:endParaRPr lang="LID4096"/>
        </a:p>
      </dgm:t>
    </dgm:pt>
    <dgm:pt modelId="{AC8E0F1E-60D8-4259-A0A8-B2CF1563514A}" type="pres">
      <dgm:prSet presAssocID="{6433644B-C257-47DB-B38C-24D980FB8F7C}" presName="root" presStyleCnt="0">
        <dgm:presLayoutVars>
          <dgm:dir/>
          <dgm:resizeHandles val="exact"/>
        </dgm:presLayoutVars>
      </dgm:prSet>
      <dgm:spPr/>
    </dgm:pt>
    <dgm:pt modelId="{50A48ADC-46FC-41E6-9B0E-6BE9F0F96FFF}" type="pres">
      <dgm:prSet presAssocID="{FBA4A547-2B78-42B7-9A2D-6C673292EB25}" presName="compNode" presStyleCnt="0"/>
      <dgm:spPr/>
    </dgm:pt>
    <dgm:pt modelId="{009CA833-FE38-418F-A287-908EF95F06AF}" type="pres">
      <dgm:prSet presAssocID="{FBA4A547-2B78-42B7-9A2D-6C673292EB25}" presName="bgRect" presStyleLbl="bgShp" presStyleIdx="0" presStyleCnt="4"/>
      <dgm:spPr>
        <a:solidFill>
          <a:schemeClr val="bg1"/>
        </a:solidFill>
        <a:ln>
          <a:solidFill>
            <a:schemeClr val="tx2"/>
          </a:solidFill>
        </a:ln>
      </dgm:spPr>
    </dgm:pt>
    <dgm:pt modelId="{171667EA-57C5-4EAD-A957-6E7B41B9D791}" type="pres">
      <dgm:prSet presAssocID="{FBA4A547-2B78-42B7-9A2D-6C673292EB25}" presName="iconRect" presStyleLbl="node1" presStyleIdx="0"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pt>
    <dgm:pt modelId="{74DE6838-D747-4AB1-81E9-435355B02B3A}" type="pres">
      <dgm:prSet presAssocID="{FBA4A547-2B78-42B7-9A2D-6C673292EB25}" presName="spaceRect" presStyleCnt="0"/>
      <dgm:spPr/>
    </dgm:pt>
    <dgm:pt modelId="{B599D5A0-740C-4EF9-AEA5-0B5799E51938}" type="pres">
      <dgm:prSet presAssocID="{FBA4A547-2B78-42B7-9A2D-6C673292EB25}" presName="parTx" presStyleLbl="revTx" presStyleIdx="0" presStyleCnt="4">
        <dgm:presLayoutVars>
          <dgm:chMax val="0"/>
          <dgm:chPref val="0"/>
        </dgm:presLayoutVars>
      </dgm:prSet>
      <dgm:spPr/>
    </dgm:pt>
    <dgm:pt modelId="{A25BCB2E-F799-4DBC-B925-D133B58A4D6B}" type="pres">
      <dgm:prSet presAssocID="{DA04DA3B-A766-45CA-AA57-0E8C0B9316D4}" presName="sibTrans" presStyleCnt="0"/>
      <dgm:spPr/>
    </dgm:pt>
    <dgm:pt modelId="{98754981-5DD8-409A-A05E-374DC9BF01F0}" type="pres">
      <dgm:prSet presAssocID="{233629E5-4BA0-4E4A-8BFF-F01E84288E79}" presName="compNode" presStyleCnt="0"/>
      <dgm:spPr/>
    </dgm:pt>
    <dgm:pt modelId="{79C3CD09-800B-4F92-B482-A67EFE68ECD6}" type="pres">
      <dgm:prSet presAssocID="{233629E5-4BA0-4E4A-8BFF-F01E84288E79}" presName="bgRect" presStyleLbl="bgShp" presStyleIdx="1" presStyleCnt="4"/>
      <dgm:spPr>
        <a:solidFill>
          <a:schemeClr val="bg1"/>
        </a:solidFill>
        <a:ln>
          <a:solidFill>
            <a:schemeClr val="tx2"/>
          </a:solidFill>
        </a:ln>
      </dgm:spPr>
    </dgm:pt>
    <dgm:pt modelId="{298428FF-72FB-4EC4-959A-F5637EDCB1EC}" type="pres">
      <dgm:prSet presAssocID="{233629E5-4BA0-4E4A-8BFF-F01E84288E79}" presName="iconRect" presStyleLbl="node1" presStyleIdx="1"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Cloud Computing"/>
        </a:ext>
      </dgm:extLst>
    </dgm:pt>
    <dgm:pt modelId="{5F8E6453-F63A-4848-825C-64AACB9E1B82}" type="pres">
      <dgm:prSet presAssocID="{233629E5-4BA0-4E4A-8BFF-F01E84288E79}" presName="spaceRect" presStyleCnt="0"/>
      <dgm:spPr/>
    </dgm:pt>
    <dgm:pt modelId="{AA61B0AF-8EEE-4317-8A1F-7A0B9F9BCA1A}" type="pres">
      <dgm:prSet presAssocID="{233629E5-4BA0-4E4A-8BFF-F01E84288E79}" presName="parTx" presStyleLbl="revTx" presStyleIdx="1" presStyleCnt="4">
        <dgm:presLayoutVars>
          <dgm:chMax val="0"/>
          <dgm:chPref val="0"/>
        </dgm:presLayoutVars>
      </dgm:prSet>
      <dgm:spPr/>
    </dgm:pt>
    <dgm:pt modelId="{FBBBDB18-FDE3-4850-8238-3CB92165A0ED}" type="pres">
      <dgm:prSet presAssocID="{87DFC997-0507-47F0-8BFE-1A5CCCCF5715}" presName="sibTrans" presStyleCnt="0"/>
      <dgm:spPr/>
    </dgm:pt>
    <dgm:pt modelId="{021A103A-8499-4DCD-95AB-5CA3EC928A9D}" type="pres">
      <dgm:prSet presAssocID="{056B2DC4-CC55-459E-B456-DE1B48E5E830}" presName="compNode" presStyleCnt="0"/>
      <dgm:spPr/>
    </dgm:pt>
    <dgm:pt modelId="{402C3157-3F69-4562-B719-B4C8E734C386}" type="pres">
      <dgm:prSet presAssocID="{056B2DC4-CC55-459E-B456-DE1B48E5E830}" presName="bgRect" presStyleLbl="bgShp" presStyleIdx="2" presStyleCnt="4"/>
      <dgm:spPr>
        <a:solidFill>
          <a:schemeClr val="bg1"/>
        </a:solidFill>
        <a:ln>
          <a:solidFill>
            <a:schemeClr val="tx2"/>
          </a:solidFill>
        </a:ln>
      </dgm:spPr>
    </dgm:pt>
    <dgm:pt modelId="{B242A427-BBAF-4738-9E24-70CDA1246A39}" type="pres">
      <dgm:prSet presAssocID="{056B2DC4-CC55-459E-B456-DE1B48E5E830}" presName="iconRect" presStyleLbl="node1" presStyleIdx="2" presStyleCnt="4"/>
      <dgm:spPr>
        <a:blipFill>
          <a:blip xmlns:r="http://schemas.openxmlformats.org/officeDocument/2006/relationships">
            <a:extLst>
              <a:ext uri="{96DAC541-7B7A-43D3-8B79-37D633B846F1}">
                <asvg:svgBlip xmlns:asvg="http://schemas.microsoft.com/office/drawing/2016/SVG/main" r:embed="rId3"/>
              </a:ext>
            </a:extLst>
          </a:blip>
          <a:srcRect/>
          <a:stretch>
            <a:fillRect/>
          </a:stretch>
        </a:blipFill>
      </dgm:spPr>
      <dgm:extLst>
        <a:ext uri="{E40237B7-FDA0-4F09-8148-C483321AD2D9}">
          <dgm14:cNvPr xmlns:dgm14="http://schemas.microsoft.com/office/drawing/2010/diagram" id="0" name="" descr="Arrow circle with solid fill"/>
        </a:ext>
      </dgm:extLst>
    </dgm:pt>
    <dgm:pt modelId="{A9CFF239-E58A-4A87-9839-50B884380D57}" type="pres">
      <dgm:prSet presAssocID="{056B2DC4-CC55-459E-B456-DE1B48E5E830}" presName="spaceRect" presStyleCnt="0"/>
      <dgm:spPr/>
    </dgm:pt>
    <dgm:pt modelId="{6CE1FBAC-C777-4227-9476-3A6812B96358}" type="pres">
      <dgm:prSet presAssocID="{056B2DC4-CC55-459E-B456-DE1B48E5E830}" presName="parTx" presStyleLbl="revTx" presStyleIdx="2" presStyleCnt="4">
        <dgm:presLayoutVars>
          <dgm:chMax val="0"/>
          <dgm:chPref val="0"/>
        </dgm:presLayoutVars>
      </dgm:prSet>
      <dgm:spPr/>
    </dgm:pt>
    <dgm:pt modelId="{96C50915-EED0-4367-A21A-EFF5898D2BAC}" type="pres">
      <dgm:prSet presAssocID="{B0D017D5-A685-446A-8F08-884CA91C7D48}" presName="sibTrans" presStyleCnt="0"/>
      <dgm:spPr/>
    </dgm:pt>
    <dgm:pt modelId="{64127F62-7070-433B-B51C-9A1A66FB2AAD}" type="pres">
      <dgm:prSet presAssocID="{F46BD91B-3771-428E-8815-5100EDB6A59A}" presName="compNode" presStyleCnt="0"/>
      <dgm:spPr/>
    </dgm:pt>
    <dgm:pt modelId="{2A8311CB-D44C-4025-B123-37C7EF5462D7}" type="pres">
      <dgm:prSet presAssocID="{F46BD91B-3771-428E-8815-5100EDB6A59A}" presName="bgRect" presStyleLbl="bgShp" presStyleIdx="3" presStyleCnt="4"/>
      <dgm:spPr>
        <a:solidFill>
          <a:schemeClr val="bg1"/>
        </a:solidFill>
        <a:ln>
          <a:solidFill>
            <a:schemeClr val="tx2"/>
          </a:solidFill>
        </a:ln>
      </dgm:spPr>
    </dgm:pt>
    <dgm:pt modelId="{3C857041-BEAC-4D4C-8558-53BF4D500300}" type="pres">
      <dgm:prSet presAssocID="{F46BD91B-3771-428E-8815-5100EDB6A59A}" presName="iconRect" presStyleLbl="node1" presStyleIdx="3"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Coins"/>
        </a:ext>
      </dgm:extLst>
    </dgm:pt>
    <dgm:pt modelId="{734773CB-DD7A-4290-BB2E-82059F530A6D}" type="pres">
      <dgm:prSet presAssocID="{F46BD91B-3771-428E-8815-5100EDB6A59A}" presName="spaceRect" presStyleCnt="0"/>
      <dgm:spPr/>
    </dgm:pt>
    <dgm:pt modelId="{AB943B01-8A50-4C54-B130-78FE17213826}" type="pres">
      <dgm:prSet presAssocID="{F46BD91B-3771-428E-8815-5100EDB6A59A}" presName="parTx" presStyleLbl="revTx" presStyleIdx="3" presStyleCnt="4">
        <dgm:presLayoutVars>
          <dgm:chMax val="0"/>
          <dgm:chPref val="0"/>
        </dgm:presLayoutVars>
      </dgm:prSet>
      <dgm:spPr/>
    </dgm:pt>
  </dgm:ptLst>
  <dgm:cxnLst>
    <dgm:cxn modelId="{6BFD1C15-9844-450B-9CED-57055E98B976}" type="presOf" srcId="{233629E5-4BA0-4E4A-8BFF-F01E84288E79}" destId="{AA61B0AF-8EEE-4317-8A1F-7A0B9F9BCA1A}" srcOrd="0" destOrd="0" presId="urn:microsoft.com/office/officeart/2018/2/layout/IconVerticalSolidList"/>
    <dgm:cxn modelId="{41F6F630-CCAC-411A-8249-2B40E7453F4C}" type="presOf" srcId="{6433644B-C257-47DB-B38C-24D980FB8F7C}" destId="{AC8E0F1E-60D8-4259-A0A8-B2CF1563514A}" srcOrd="0" destOrd="0" presId="urn:microsoft.com/office/officeart/2018/2/layout/IconVerticalSolidList"/>
    <dgm:cxn modelId="{994E945E-7DCE-47E9-9365-9859CCE01430}" srcId="{6433644B-C257-47DB-B38C-24D980FB8F7C}" destId="{F46BD91B-3771-428E-8815-5100EDB6A59A}" srcOrd="3" destOrd="0" parTransId="{F143205F-9531-4280-8B2D-262D77AEDCFC}" sibTransId="{F456C45F-318B-43CC-AEE7-69B88E9D4F6B}"/>
    <dgm:cxn modelId="{88B1B84F-2769-4B9D-B3DE-09F9B8A79B7C}" type="presOf" srcId="{F46BD91B-3771-428E-8815-5100EDB6A59A}" destId="{AB943B01-8A50-4C54-B130-78FE17213826}" srcOrd="0" destOrd="0" presId="urn:microsoft.com/office/officeart/2018/2/layout/IconVerticalSolidList"/>
    <dgm:cxn modelId="{F6545F53-02DD-4A9B-9D34-BEF8F400A443}" type="presOf" srcId="{FBA4A547-2B78-42B7-9A2D-6C673292EB25}" destId="{B599D5A0-740C-4EF9-AEA5-0B5799E51938}" srcOrd="0" destOrd="0" presId="urn:microsoft.com/office/officeart/2018/2/layout/IconVerticalSolidList"/>
    <dgm:cxn modelId="{A6CD827D-AFD3-4818-8443-AB0D6B91BE38}" srcId="{6433644B-C257-47DB-B38C-24D980FB8F7C}" destId="{056B2DC4-CC55-459E-B456-DE1B48E5E830}" srcOrd="2" destOrd="0" parTransId="{111638DE-9799-42D4-B000-8A72A59C774D}" sibTransId="{B0D017D5-A685-446A-8F08-884CA91C7D48}"/>
    <dgm:cxn modelId="{14DE2ABB-A52E-4377-A9BF-7EEF62E9269C}" srcId="{6433644B-C257-47DB-B38C-24D980FB8F7C}" destId="{FBA4A547-2B78-42B7-9A2D-6C673292EB25}" srcOrd="0" destOrd="0" parTransId="{8B9CCB0E-23EE-41CE-8E31-E38A55D0DD43}" sibTransId="{DA04DA3B-A766-45CA-AA57-0E8C0B9316D4}"/>
    <dgm:cxn modelId="{96A0FDD8-E2BF-475B-90E5-805456BF3402}" type="presOf" srcId="{056B2DC4-CC55-459E-B456-DE1B48E5E830}" destId="{6CE1FBAC-C777-4227-9476-3A6812B96358}" srcOrd="0" destOrd="0" presId="urn:microsoft.com/office/officeart/2018/2/layout/IconVerticalSolidList"/>
    <dgm:cxn modelId="{30EF75FE-043E-4EBE-9953-39E394B17253}" srcId="{6433644B-C257-47DB-B38C-24D980FB8F7C}" destId="{233629E5-4BA0-4E4A-8BFF-F01E84288E79}" srcOrd="1" destOrd="0" parTransId="{15AF96A5-0DA2-4A88-B347-F0A559481D20}" sibTransId="{87DFC997-0507-47F0-8BFE-1A5CCCCF5715}"/>
    <dgm:cxn modelId="{42DDF248-1547-468F-A16B-F5CD4B842896}" type="presParOf" srcId="{AC8E0F1E-60D8-4259-A0A8-B2CF1563514A}" destId="{50A48ADC-46FC-41E6-9B0E-6BE9F0F96FFF}" srcOrd="0" destOrd="0" presId="urn:microsoft.com/office/officeart/2018/2/layout/IconVerticalSolidList"/>
    <dgm:cxn modelId="{16ABF78F-7278-4A86-89F6-6BB642B6DBF8}" type="presParOf" srcId="{50A48ADC-46FC-41E6-9B0E-6BE9F0F96FFF}" destId="{009CA833-FE38-418F-A287-908EF95F06AF}" srcOrd="0" destOrd="0" presId="urn:microsoft.com/office/officeart/2018/2/layout/IconVerticalSolidList"/>
    <dgm:cxn modelId="{6CB01A2A-8B8A-40D3-93E1-97DF9589290E}" type="presParOf" srcId="{50A48ADC-46FC-41E6-9B0E-6BE9F0F96FFF}" destId="{171667EA-57C5-4EAD-A957-6E7B41B9D791}" srcOrd="1" destOrd="0" presId="urn:microsoft.com/office/officeart/2018/2/layout/IconVerticalSolidList"/>
    <dgm:cxn modelId="{B77E9494-AA6E-455A-9849-016B9491E972}" type="presParOf" srcId="{50A48ADC-46FC-41E6-9B0E-6BE9F0F96FFF}" destId="{74DE6838-D747-4AB1-81E9-435355B02B3A}" srcOrd="2" destOrd="0" presId="urn:microsoft.com/office/officeart/2018/2/layout/IconVerticalSolidList"/>
    <dgm:cxn modelId="{2F069501-1ABF-48BE-BD7A-6E973B6B301E}" type="presParOf" srcId="{50A48ADC-46FC-41E6-9B0E-6BE9F0F96FFF}" destId="{B599D5A0-740C-4EF9-AEA5-0B5799E51938}" srcOrd="3" destOrd="0" presId="urn:microsoft.com/office/officeart/2018/2/layout/IconVerticalSolidList"/>
    <dgm:cxn modelId="{913DD7AF-FE14-49AE-925A-1E757FF6C462}" type="presParOf" srcId="{AC8E0F1E-60D8-4259-A0A8-B2CF1563514A}" destId="{A25BCB2E-F799-4DBC-B925-D133B58A4D6B}" srcOrd="1" destOrd="0" presId="urn:microsoft.com/office/officeart/2018/2/layout/IconVerticalSolidList"/>
    <dgm:cxn modelId="{3ED898ED-5D09-45F5-B5D6-B643E4AA368E}" type="presParOf" srcId="{AC8E0F1E-60D8-4259-A0A8-B2CF1563514A}" destId="{98754981-5DD8-409A-A05E-374DC9BF01F0}" srcOrd="2" destOrd="0" presId="urn:microsoft.com/office/officeart/2018/2/layout/IconVerticalSolidList"/>
    <dgm:cxn modelId="{7BBF035D-2825-4737-A17F-DFEBB6CADA31}" type="presParOf" srcId="{98754981-5DD8-409A-A05E-374DC9BF01F0}" destId="{79C3CD09-800B-4F92-B482-A67EFE68ECD6}" srcOrd="0" destOrd="0" presId="urn:microsoft.com/office/officeart/2018/2/layout/IconVerticalSolidList"/>
    <dgm:cxn modelId="{C491E0BA-F82C-4D0C-B0F4-DA38520D8EAD}" type="presParOf" srcId="{98754981-5DD8-409A-A05E-374DC9BF01F0}" destId="{298428FF-72FB-4EC4-959A-F5637EDCB1EC}" srcOrd="1" destOrd="0" presId="urn:microsoft.com/office/officeart/2018/2/layout/IconVerticalSolidList"/>
    <dgm:cxn modelId="{A9EE5953-D750-4AEE-A681-9A3AA4BCF92A}" type="presParOf" srcId="{98754981-5DD8-409A-A05E-374DC9BF01F0}" destId="{5F8E6453-F63A-4848-825C-64AACB9E1B82}" srcOrd="2" destOrd="0" presId="urn:microsoft.com/office/officeart/2018/2/layout/IconVerticalSolidList"/>
    <dgm:cxn modelId="{7E62A70B-9DDD-4D2E-8238-EFAB87EA2DB6}" type="presParOf" srcId="{98754981-5DD8-409A-A05E-374DC9BF01F0}" destId="{AA61B0AF-8EEE-4317-8A1F-7A0B9F9BCA1A}" srcOrd="3" destOrd="0" presId="urn:microsoft.com/office/officeart/2018/2/layout/IconVerticalSolidList"/>
    <dgm:cxn modelId="{2F1D9DAD-F243-4B0A-9683-6D884A6353B7}" type="presParOf" srcId="{AC8E0F1E-60D8-4259-A0A8-B2CF1563514A}" destId="{FBBBDB18-FDE3-4850-8238-3CB92165A0ED}" srcOrd="3" destOrd="0" presId="urn:microsoft.com/office/officeart/2018/2/layout/IconVerticalSolidList"/>
    <dgm:cxn modelId="{C8182E29-A664-43B1-BA9B-C25D65318E53}" type="presParOf" srcId="{AC8E0F1E-60D8-4259-A0A8-B2CF1563514A}" destId="{021A103A-8499-4DCD-95AB-5CA3EC928A9D}" srcOrd="4" destOrd="0" presId="urn:microsoft.com/office/officeart/2018/2/layout/IconVerticalSolidList"/>
    <dgm:cxn modelId="{3007ECAD-D4C6-4CB7-9BDD-C225B3C8FAAF}" type="presParOf" srcId="{021A103A-8499-4DCD-95AB-5CA3EC928A9D}" destId="{402C3157-3F69-4562-B719-B4C8E734C386}" srcOrd="0" destOrd="0" presId="urn:microsoft.com/office/officeart/2018/2/layout/IconVerticalSolidList"/>
    <dgm:cxn modelId="{9B88A1B5-F6C0-4FF3-8081-5D5DEF0A8289}" type="presParOf" srcId="{021A103A-8499-4DCD-95AB-5CA3EC928A9D}" destId="{B242A427-BBAF-4738-9E24-70CDA1246A39}" srcOrd="1" destOrd="0" presId="urn:microsoft.com/office/officeart/2018/2/layout/IconVerticalSolidList"/>
    <dgm:cxn modelId="{1D4CFF81-2760-4986-8FC8-788B8F23F750}" type="presParOf" srcId="{021A103A-8499-4DCD-95AB-5CA3EC928A9D}" destId="{A9CFF239-E58A-4A87-9839-50B884380D57}" srcOrd="2" destOrd="0" presId="urn:microsoft.com/office/officeart/2018/2/layout/IconVerticalSolidList"/>
    <dgm:cxn modelId="{6E1ED1E9-4D98-4FC6-88E9-51C590330144}" type="presParOf" srcId="{021A103A-8499-4DCD-95AB-5CA3EC928A9D}" destId="{6CE1FBAC-C777-4227-9476-3A6812B96358}" srcOrd="3" destOrd="0" presId="urn:microsoft.com/office/officeart/2018/2/layout/IconVerticalSolidList"/>
    <dgm:cxn modelId="{0E252421-AFDC-403E-AC66-0FF7F0E67256}" type="presParOf" srcId="{AC8E0F1E-60D8-4259-A0A8-B2CF1563514A}" destId="{96C50915-EED0-4367-A21A-EFF5898D2BAC}" srcOrd="5" destOrd="0" presId="urn:microsoft.com/office/officeart/2018/2/layout/IconVerticalSolidList"/>
    <dgm:cxn modelId="{0D80F5EE-315A-4800-8F1A-116F8A5A2EB7}" type="presParOf" srcId="{AC8E0F1E-60D8-4259-A0A8-B2CF1563514A}" destId="{64127F62-7070-433B-B51C-9A1A66FB2AAD}" srcOrd="6" destOrd="0" presId="urn:microsoft.com/office/officeart/2018/2/layout/IconVerticalSolidList"/>
    <dgm:cxn modelId="{88F595E0-479F-4C14-B56B-AF2EF286533F}" type="presParOf" srcId="{64127F62-7070-433B-B51C-9A1A66FB2AAD}" destId="{2A8311CB-D44C-4025-B123-37C7EF5462D7}" srcOrd="0" destOrd="0" presId="urn:microsoft.com/office/officeart/2018/2/layout/IconVerticalSolidList"/>
    <dgm:cxn modelId="{77AAE92D-860A-40A7-A138-7BD25F9CDC6C}" type="presParOf" srcId="{64127F62-7070-433B-B51C-9A1A66FB2AAD}" destId="{3C857041-BEAC-4D4C-8558-53BF4D500300}" srcOrd="1" destOrd="0" presId="urn:microsoft.com/office/officeart/2018/2/layout/IconVerticalSolidList"/>
    <dgm:cxn modelId="{9ABBE477-2E7E-48A5-BDE9-DBD2C43BC7C2}" type="presParOf" srcId="{64127F62-7070-433B-B51C-9A1A66FB2AAD}" destId="{734773CB-DD7A-4290-BB2E-82059F530A6D}" srcOrd="2" destOrd="0" presId="urn:microsoft.com/office/officeart/2018/2/layout/IconVerticalSolidList"/>
    <dgm:cxn modelId="{133631D2-9590-4F79-9017-8AAB31B065D9}" type="presParOf" srcId="{64127F62-7070-433B-B51C-9A1A66FB2AAD}" destId="{AB943B01-8A50-4C54-B130-78FE17213826}"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09CA833-FE38-418F-A287-908EF95F06AF}">
      <dsp:nvSpPr>
        <dsp:cNvPr id="0" name=""/>
        <dsp:cNvSpPr/>
      </dsp:nvSpPr>
      <dsp:spPr>
        <a:xfrm>
          <a:off x="0" y="1916"/>
          <a:ext cx="11018837" cy="971451"/>
        </a:xfrm>
        <a:prstGeom prst="roundRect">
          <a:avLst>
            <a:gd name="adj" fmla="val 10000"/>
          </a:avLst>
        </a:prstGeom>
        <a:solidFill>
          <a:schemeClr val="bg1"/>
        </a:solidFill>
        <a:ln>
          <a:solidFill>
            <a:schemeClr val="tx2"/>
          </a:solidFill>
        </a:ln>
        <a:effectLst/>
      </dsp:spPr>
      <dsp:style>
        <a:lnRef idx="0">
          <a:scrgbClr r="0" g="0" b="0"/>
        </a:lnRef>
        <a:fillRef idx="1">
          <a:scrgbClr r="0" g="0" b="0"/>
        </a:fillRef>
        <a:effectRef idx="1">
          <a:scrgbClr r="0" g="0" b="0"/>
        </a:effectRef>
        <a:fontRef idx="minor"/>
      </dsp:style>
    </dsp:sp>
    <dsp:sp modelId="{171667EA-57C5-4EAD-A957-6E7B41B9D791}">
      <dsp:nvSpPr>
        <dsp:cNvPr id="0" name=""/>
        <dsp:cNvSpPr/>
      </dsp:nvSpPr>
      <dsp:spPr>
        <a:xfrm>
          <a:off x="293864" y="220493"/>
          <a:ext cx="534298" cy="534298"/>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sp>
    <dsp:sp modelId="{B599D5A0-740C-4EF9-AEA5-0B5799E51938}">
      <dsp:nvSpPr>
        <dsp:cNvPr id="0" name=""/>
        <dsp:cNvSpPr/>
      </dsp:nvSpPr>
      <dsp:spPr>
        <a:xfrm>
          <a:off x="1122026" y="1916"/>
          <a:ext cx="9896811" cy="97145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812" tIns="102812" rIns="102812" bIns="102812" numCol="1" spcCol="1270" anchor="ctr" anchorCtr="0">
          <a:noAutofit/>
        </a:bodyPr>
        <a:lstStyle/>
        <a:p>
          <a:pPr marL="0" lvl="0" indent="0" algn="l" defTabSz="977900">
            <a:lnSpc>
              <a:spcPct val="100000"/>
            </a:lnSpc>
            <a:spcBef>
              <a:spcPct val="0"/>
            </a:spcBef>
            <a:spcAft>
              <a:spcPct val="35000"/>
            </a:spcAft>
            <a:buNone/>
          </a:pPr>
          <a:r>
            <a:rPr lang="en-US" sz="2200" kern="1200" dirty="0"/>
            <a:t>How do we adopt GenAI without exposing sensitive data or leaking IP?</a:t>
          </a:r>
        </a:p>
      </dsp:txBody>
      <dsp:txXfrm>
        <a:off x="1122026" y="1916"/>
        <a:ext cx="9896811" cy="971451"/>
      </dsp:txXfrm>
    </dsp:sp>
    <dsp:sp modelId="{79C3CD09-800B-4F92-B482-A67EFE68ECD6}">
      <dsp:nvSpPr>
        <dsp:cNvPr id="0" name=""/>
        <dsp:cNvSpPr/>
      </dsp:nvSpPr>
      <dsp:spPr>
        <a:xfrm>
          <a:off x="0" y="1216231"/>
          <a:ext cx="11018837" cy="971451"/>
        </a:xfrm>
        <a:prstGeom prst="roundRect">
          <a:avLst>
            <a:gd name="adj" fmla="val 10000"/>
          </a:avLst>
        </a:prstGeom>
        <a:solidFill>
          <a:schemeClr val="bg1"/>
        </a:solidFill>
        <a:ln>
          <a:solidFill>
            <a:schemeClr val="tx2"/>
          </a:solidFill>
        </a:ln>
        <a:effectLst/>
      </dsp:spPr>
      <dsp:style>
        <a:lnRef idx="0">
          <a:scrgbClr r="0" g="0" b="0"/>
        </a:lnRef>
        <a:fillRef idx="1">
          <a:scrgbClr r="0" g="0" b="0"/>
        </a:fillRef>
        <a:effectRef idx="1">
          <a:scrgbClr r="0" g="0" b="0"/>
        </a:effectRef>
        <a:fontRef idx="minor"/>
      </dsp:style>
    </dsp:sp>
    <dsp:sp modelId="{298428FF-72FB-4EC4-959A-F5637EDCB1EC}">
      <dsp:nvSpPr>
        <dsp:cNvPr id="0" name=""/>
        <dsp:cNvSpPr/>
      </dsp:nvSpPr>
      <dsp:spPr>
        <a:xfrm>
          <a:off x="293864" y="1434807"/>
          <a:ext cx="534298" cy="534298"/>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sp>
    <dsp:sp modelId="{AA61B0AF-8EEE-4317-8A1F-7A0B9F9BCA1A}">
      <dsp:nvSpPr>
        <dsp:cNvPr id="0" name=""/>
        <dsp:cNvSpPr/>
      </dsp:nvSpPr>
      <dsp:spPr>
        <a:xfrm>
          <a:off x="1122026" y="1216231"/>
          <a:ext cx="9896811" cy="97145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812" tIns="102812" rIns="102812" bIns="102812" numCol="1" spcCol="1270" anchor="ctr" anchorCtr="0">
          <a:noAutofit/>
        </a:bodyPr>
        <a:lstStyle/>
        <a:p>
          <a:pPr marL="0" lvl="0" indent="0" algn="l" defTabSz="977900">
            <a:lnSpc>
              <a:spcPct val="100000"/>
            </a:lnSpc>
            <a:spcBef>
              <a:spcPct val="0"/>
            </a:spcBef>
            <a:spcAft>
              <a:spcPct val="35000"/>
            </a:spcAft>
            <a:buNone/>
          </a:pPr>
          <a:r>
            <a:rPr lang="en-US" sz="2200" kern="1200" dirty="0"/>
            <a:t>Can we keep AI private - no public endpoints, on our own network?</a:t>
          </a:r>
        </a:p>
      </dsp:txBody>
      <dsp:txXfrm>
        <a:off x="1122026" y="1216231"/>
        <a:ext cx="9896811" cy="971451"/>
      </dsp:txXfrm>
    </dsp:sp>
    <dsp:sp modelId="{402C3157-3F69-4562-B719-B4C8E734C386}">
      <dsp:nvSpPr>
        <dsp:cNvPr id="0" name=""/>
        <dsp:cNvSpPr/>
      </dsp:nvSpPr>
      <dsp:spPr>
        <a:xfrm>
          <a:off x="0" y="2430545"/>
          <a:ext cx="11018837" cy="971451"/>
        </a:xfrm>
        <a:prstGeom prst="roundRect">
          <a:avLst>
            <a:gd name="adj" fmla="val 10000"/>
          </a:avLst>
        </a:prstGeom>
        <a:solidFill>
          <a:schemeClr val="bg1"/>
        </a:solidFill>
        <a:ln>
          <a:solidFill>
            <a:schemeClr val="tx2"/>
          </a:solidFill>
        </a:ln>
        <a:effectLst/>
      </dsp:spPr>
      <dsp:style>
        <a:lnRef idx="0">
          <a:scrgbClr r="0" g="0" b="0"/>
        </a:lnRef>
        <a:fillRef idx="1">
          <a:scrgbClr r="0" g="0" b="0"/>
        </a:fillRef>
        <a:effectRef idx="1">
          <a:scrgbClr r="0" g="0" b="0"/>
        </a:effectRef>
        <a:fontRef idx="minor"/>
      </dsp:style>
    </dsp:sp>
    <dsp:sp modelId="{B242A427-BBAF-4738-9E24-70CDA1246A39}">
      <dsp:nvSpPr>
        <dsp:cNvPr id="0" name=""/>
        <dsp:cNvSpPr/>
      </dsp:nvSpPr>
      <dsp:spPr>
        <a:xfrm>
          <a:off x="293864" y="2649122"/>
          <a:ext cx="534298" cy="534298"/>
        </a:xfrm>
        <a:prstGeom prst="rect">
          <a:avLst/>
        </a:prstGeom>
        <a:blipFill>
          <a:blip xmlns:r="http://schemas.openxmlformats.org/officeDocument/2006/relationships">
            <a:extLst>
              <a:ext uri="{96DAC541-7B7A-43D3-8B79-37D633B846F1}">
                <asvg:svgBlip xmlns:asvg="http://schemas.microsoft.com/office/drawing/2016/SVG/main" r:embed="rId3"/>
              </a:ext>
            </a:extLst>
          </a:blip>
          <a:srcRect/>
          <a:stretch>
            <a:fillRect/>
          </a:stretch>
        </a:blip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sp>
    <dsp:sp modelId="{6CE1FBAC-C777-4227-9476-3A6812B96358}">
      <dsp:nvSpPr>
        <dsp:cNvPr id="0" name=""/>
        <dsp:cNvSpPr/>
      </dsp:nvSpPr>
      <dsp:spPr>
        <a:xfrm>
          <a:off x="1122026" y="2430545"/>
          <a:ext cx="9896811" cy="97145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812" tIns="102812" rIns="102812" bIns="102812" numCol="1" spcCol="1270" anchor="ctr" anchorCtr="0">
          <a:noAutofit/>
        </a:bodyPr>
        <a:lstStyle/>
        <a:p>
          <a:pPr marL="0" lvl="0" indent="0" algn="l" defTabSz="977900">
            <a:lnSpc>
              <a:spcPct val="100000"/>
            </a:lnSpc>
            <a:spcBef>
              <a:spcPct val="0"/>
            </a:spcBef>
            <a:spcAft>
              <a:spcPct val="35000"/>
            </a:spcAft>
            <a:buNone/>
          </a:pPr>
          <a:r>
            <a:rPr lang="en-GB" sz="2200" kern="1200"/>
            <a:t>Many teams want AI - how do we control access and set guardrails?</a:t>
          </a:r>
          <a:endParaRPr lang="en-US" sz="2200" kern="1200" dirty="0"/>
        </a:p>
      </dsp:txBody>
      <dsp:txXfrm>
        <a:off x="1122026" y="2430545"/>
        <a:ext cx="9896811" cy="971451"/>
      </dsp:txXfrm>
    </dsp:sp>
    <dsp:sp modelId="{2A8311CB-D44C-4025-B123-37C7EF5462D7}">
      <dsp:nvSpPr>
        <dsp:cNvPr id="0" name=""/>
        <dsp:cNvSpPr/>
      </dsp:nvSpPr>
      <dsp:spPr>
        <a:xfrm>
          <a:off x="0" y="3644859"/>
          <a:ext cx="11018837" cy="971451"/>
        </a:xfrm>
        <a:prstGeom prst="roundRect">
          <a:avLst>
            <a:gd name="adj" fmla="val 10000"/>
          </a:avLst>
        </a:prstGeom>
        <a:solidFill>
          <a:schemeClr val="bg1"/>
        </a:solidFill>
        <a:ln>
          <a:solidFill>
            <a:schemeClr val="tx2"/>
          </a:solidFill>
        </a:ln>
        <a:effectLst/>
      </dsp:spPr>
      <dsp:style>
        <a:lnRef idx="0">
          <a:scrgbClr r="0" g="0" b="0"/>
        </a:lnRef>
        <a:fillRef idx="1">
          <a:scrgbClr r="0" g="0" b="0"/>
        </a:fillRef>
        <a:effectRef idx="1">
          <a:scrgbClr r="0" g="0" b="0"/>
        </a:effectRef>
        <a:fontRef idx="minor"/>
      </dsp:style>
    </dsp:sp>
    <dsp:sp modelId="{3C857041-BEAC-4D4C-8558-53BF4D500300}">
      <dsp:nvSpPr>
        <dsp:cNvPr id="0" name=""/>
        <dsp:cNvSpPr/>
      </dsp:nvSpPr>
      <dsp:spPr>
        <a:xfrm>
          <a:off x="293864" y="3863436"/>
          <a:ext cx="534298" cy="534298"/>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sp>
    <dsp:sp modelId="{AB943B01-8A50-4C54-B130-78FE17213826}">
      <dsp:nvSpPr>
        <dsp:cNvPr id="0" name=""/>
        <dsp:cNvSpPr/>
      </dsp:nvSpPr>
      <dsp:spPr>
        <a:xfrm>
          <a:off x="1122026" y="3644859"/>
          <a:ext cx="9896811" cy="97145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812" tIns="102812" rIns="102812" bIns="102812" numCol="1" spcCol="1270" anchor="ctr" anchorCtr="0">
          <a:noAutofit/>
        </a:bodyPr>
        <a:lstStyle/>
        <a:p>
          <a:pPr marL="0" lvl="0" indent="0" algn="l" defTabSz="977900">
            <a:lnSpc>
              <a:spcPct val="100000"/>
            </a:lnSpc>
            <a:spcBef>
              <a:spcPct val="0"/>
            </a:spcBef>
            <a:spcAft>
              <a:spcPct val="35000"/>
            </a:spcAft>
            <a:buNone/>
          </a:pPr>
          <a:r>
            <a:rPr lang="en-GB" sz="2200" kern="1200" dirty="0"/>
            <a:t>How do we prevent token and compute spend?</a:t>
          </a:r>
          <a:endParaRPr lang="en-US" sz="2200" kern="1200" dirty="0"/>
        </a:p>
      </dsp:txBody>
      <dsp:txXfrm>
        <a:off x="1122026" y="3644859"/>
        <a:ext cx="9896811" cy="971451"/>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3#1">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0NoLn">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1NoLn">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a:schemeClr val="dk1"/>
      </a:fontRef>
    </dgm:style>
  </dgm:styleLbl>
  <dgm:styleLbl name="ltNode1NoLn">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NoLn">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NoLn">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NoLn">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revTxLt">
    <dgm:scene3d>
      <a:camera prst="orthographicFront"/>
      <a:lightRig rig="threePt" dir="t"/>
    </dgm:scene3d>
    <dgm:sp3d/>
    <dgm:txPr/>
    <dgm:style>
      <a:lnRef idx="0">
        <a:scrgbClr r="0" g="0" b="0"/>
      </a:lnRef>
      <a:fillRef idx="0">
        <a:scrgbClr r="0" g="0" b="0"/>
      </a:fillRef>
      <a:effectRef idx="0">
        <a:scrgbClr r="0" g="0" b="0"/>
      </a:effectRef>
      <a:fontRef idx="minor">
        <a:schemeClr val="dk1"/>
      </a:fontRef>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Header Placeholder 5"/>
          <p:cNvSpPr>
            <a:spLocks noGrp="1"/>
          </p:cNvSpPr>
          <p:nvPr>
            <p:ph type="hdr" sz="quarter"/>
          </p:nvPr>
        </p:nvSpPr>
        <p:spPr>
          <a:xfrm>
            <a:off x="0" y="-11574"/>
            <a:ext cx="2971800" cy="457200"/>
          </a:xfrm>
          <a:prstGeom prst="rect">
            <a:avLst/>
          </a:prstGeom>
        </p:spPr>
        <p:txBody>
          <a:bodyPr vert="horz" lIns="91440" tIns="45720" rIns="91440" bIns="45720" rtlCol="0"/>
          <a:lstStyle>
            <a:lvl1pPr algn="l">
              <a:defRPr sz="1200"/>
            </a:lvl1pPr>
          </a:lstStyle>
          <a:p>
            <a:endParaRPr lang="en-US">
              <a:latin typeface="Segoe UI" panose="020B0502040204020203" pitchFamily="34" charset="0"/>
            </a:endParaRPr>
          </a:p>
        </p:txBody>
      </p:sp>
      <p:sp>
        <p:nvSpPr>
          <p:cNvPr id="7" name="Date Placeholder 6"/>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460F9EC6-89FF-47E1-8594-1A32E3B45134}" type="datetime8">
              <a:rPr lang="en-US" smtClean="0">
                <a:latin typeface="Segoe UI" panose="020B0502040204020203" pitchFamily="34" charset="0"/>
              </a:rPr>
              <a:t>9/28/2026 12:58 PM</a:t>
            </a:fld>
            <a:endParaRPr lang="en-US">
              <a:latin typeface="Segoe UI" panose="020B0502040204020203" pitchFamily="34" charset="0"/>
            </a:endParaRPr>
          </a:p>
        </p:txBody>
      </p:sp>
      <p:sp>
        <p:nvSpPr>
          <p:cNvPr id="8" name="Footer Placeholder 7"/>
          <p:cNvSpPr>
            <a:spLocks noGrp="1"/>
          </p:cNvSpPr>
          <p:nvPr>
            <p:ph type="ftr" sz="quarter" idx="2"/>
          </p:nvPr>
        </p:nvSpPr>
        <p:spPr>
          <a:xfrm>
            <a:off x="0" y="8685213"/>
            <a:ext cx="5795010" cy="332434"/>
          </a:xfrm>
          <a:prstGeom prst="rect">
            <a:avLst/>
          </a:prstGeom>
        </p:spPr>
        <p:txBody>
          <a:bodyPr vert="horz" lIns="91440" tIns="45720" rIns="91440" bIns="45720" rtlCol="0" anchor="b"/>
          <a:lstStyle>
            <a:lvl1pPr algn="l">
              <a:defRPr sz="1200"/>
            </a:lvl1pPr>
          </a:lstStyle>
          <a:p>
            <a:pPr marL="398463" defTabSz="914099" eaLnBrk="0" hangingPunct="0"/>
            <a:r>
              <a:rPr lang="en-US" sz="400">
                <a:gradFill>
                  <a:gsLst>
                    <a:gs pos="0">
                      <a:schemeClr val="tx1"/>
                    </a:gs>
                    <a:gs pos="100000">
                      <a:schemeClr val="tx1"/>
                    </a:gs>
                  </a:gsLst>
                  <a:lin ang="5400000" scaled="0"/>
                </a:gradFill>
                <a:latin typeface="Segoe UI" panose="020B0502040204020203" pitchFamily="34" charset="0"/>
                <a:ea typeface="Segoe UI" pitchFamily="34" charset="0"/>
                <a:cs typeface="Segoe UI" panose="020B0502040204020203" pitchFamily="34" charset="0"/>
              </a:rPr>
              <a:t>© Microsoft Corporation. All rights reserved. MICROSOFT MAKES NO WARRANTIES, EXPRESS, IMPLIED OR STATUTORY, AS TO THE INFORMATION IN THIS PRESENTATION.</a:t>
            </a:r>
          </a:p>
        </p:txBody>
      </p:sp>
      <p:sp>
        <p:nvSpPr>
          <p:cNvPr id="9" name="Slide Number Placeholder 8"/>
          <p:cNvSpPr>
            <a:spLocks noGrp="1"/>
          </p:cNvSpPr>
          <p:nvPr>
            <p:ph type="sldNum" sz="quarter" idx="3"/>
          </p:nvPr>
        </p:nvSpPr>
        <p:spPr>
          <a:xfrm>
            <a:off x="5783579" y="8685213"/>
            <a:ext cx="1072833" cy="457200"/>
          </a:xfrm>
          <a:prstGeom prst="rect">
            <a:avLst/>
          </a:prstGeom>
        </p:spPr>
        <p:txBody>
          <a:bodyPr vert="horz" lIns="91440" tIns="45720" rIns="91440" bIns="45720" rtlCol="0" anchor="b"/>
          <a:lstStyle>
            <a:lvl1pPr algn="r">
              <a:defRPr sz="1200"/>
            </a:lvl1pPr>
          </a:lstStyle>
          <a:p>
            <a:fld id="{0EC9E9D6-92A0-482B-A603-C9BA7FFB8190}" type="slidenum">
              <a:rPr lang="en-US" smtClean="0">
                <a:latin typeface="Segoe UI" panose="020B0502040204020203" pitchFamily="34" charset="0"/>
              </a:rPr>
              <a:t>‹#›</a:t>
            </a:fld>
            <a:endParaRPr lang="en-US">
              <a:latin typeface="Segoe UI" panose="020B0502040204020203" pitchFamily="34" charset="0"/>
            </a:endParaRPr>
          </a:p>
        </p:txBody>
      </p:sp>
    </p:spTree>
    <p:extLst>
      <p:ext uri="{BB962C8B-B14F-4D97-AF65-F5344CB8AC3E}">
        <p14:creationId xmlns:p14="http://schemas.microsoft.com/office/powerpoint/2010/main" val="3904595630"/>
      </p:ext>
    </p:extLst>
  </p:cSld>
  <p:clrMap bg1="lt1" tx1="dk1" bg2="lt2" tx2="dk2" accent1="accent1" accent2="accent2" accent3="accent3" accent4="accent4" accent5="accent5" accent6="accent6" hlink="hlink" folHlink="folHlink"/>
  <p:hf/>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7"/>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Segoe UI" panose="020B0502040204020203" pitchFamily="34" charset="0"/>
              </a:defRPr>
            </a:lvl1pPr>
          </a:lstStyle>
          <a:p>
            <a:endParaRPr lang="en-US"/>
          </a:p>
        </p:txBody>
      </p:sp>
      <p:sp>
        <p:nvSpPr>
          <p:cNvPr id="9" name="Slide Image Placeholder 8"/>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10" name="Footer Placeholder 9"/>
          <p:cNvSpPr>
            <a:spLocks noGrp="1"/>
          </p:cNvSpPr>
          <p:nvPr>
            <p:ph type="ftr" sz="quarter" idx="4"/>
          </p:nvPr>
        </p:nvSpPr>
        <p:spPr>
          <a:xfrm>
            <a:off x="0" y="8686800"/>
            <a:ext cx="5920740" cy="355964"/>
          </a:xfrm>
          <a:prstGeom prst="rect">
            <a:avLst/>
          </a:prstGeom>
        </p:spPr>
        <p:txBody>
          <a:bodyPr vert="horz" lIns="91440" tIns="45720" rIns="91440" bIns="45720" rtlCol="0" anchor="b"/>
          <a:lstStyle>
            <a:lvl1pPr marL="571500" indent="0" algn="l">
              <a:defRPr sz="1200">
                <a:latin typeface="Segoe UI" panose="020B0502040204020203" pitchFamily="34" charset="0"/>
                <a:cs typeface="Segoe UI" panose="020B0502040204020203" pitchFamily="34" charset="0"/>
              </a:defRPr>
            </a:lvl1pPr>
          </a:lstStyle>
          <a:p>
            <a:pPr defTabSz="914099" eaLnBrk="0" hangingPunct="0"/>
            <a:r>
              <a:rPr lang="en-US" sz="400">
                <a:gradFill>
                  <a:gsLst>
                    <a:gs pos="0">
                      <a:prstClr val="black"/>
                    </a:gs>
                    <a:gs pos="100000">
                      <a:prstClr val="black"/>
                    </a:gs>
                  </a:gsLst>
                  <a:lin ang="5400000" scaled="0"/>
                </a:gradFill>
                <a:ea typeface="Segoe UI" pitchFamily="34" charset="0"/>
              </a:rPr>
              <a:t>© Microsoft Corporation. All rights reserved. MICROSOFT MAKES NO WARRANTIES, EXPRESS, IMPLIED OR STATUTORY, AS TO THE INFORMATION IN THIS PRESENTATION.</a:t>
            </a:r>
          </a:p>
        </p:txBody>
      </p:sp>
      <p:sp>
        <p:nvSpPr>
          <p:cNvPr id="11" name="Date Placeholder 10"/>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Segoe UI" panose="020B0502040204020203" pitchFamily="34" charset="0"/>
              </a:defRPr>
            </a:lvl1pPr>
          </a:lstStyle>
          <a:p>
            <a:fld id="{386CE63F-9E7F-4C04-9D0D-FCA25A8E9E86}" type="datetime8">
              <a:rPr lang="en-US" smtClean="0"/>
              <a:pPr/>
              <a:t>9/28/2026 12:58 PM</a:t>
            </a:fld>
            <a:endParaRPr lang="en-US"/>
          </a:p>
        </p:txBody>
      </p:sp>
      <p:sp>
        <p:nvSpPr>
          <p:cNvPr id="12" name="Notes Placeholder 11"/>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lide Number Placeholder 12"/>
          <p:cNvSpPr>
            <a:spLocks noGrp="1"/>
          </p:cNvSpPr>
          <p:nvPr>
            <p:ph type="sldNum" sz="quarter" idx="5"/>
          </p:nvPr>
        </p:nvSpPr>
        <p:spPr>
          <a:xfrm>
            <a:off x="5909309" y="8685213"/>
            <a:ext cx="947103" cy="457200"/>
          </a:xfrm>
          <a:prstGeom prst="rect">
            <a:avLst/>
          </a:prstGeom>
        </p:spPr>
        <p:txBody>
          <a:bodyPr vert="horz" lIns="91440" tIns="45720" rIns="91440" bIns="45720" rtlCol="0" anchor="b"/>
          <a:lstStyle>
            <a:lvl1pPr algn="r">
              <a:defRPr sz="1200">
                <a:latin typeface="Segoe UI" panose="020B0502040204020203" pitchFamily="34" charset="0"/>
              </a:defRPr>
            </a:lvl1pPr>
          </a:lstStyle>
          <a:p>
            <a:fld id="{B4008EB6-D09E-4580-8CD6-DDB14511944F}" type="slidenum">
              <a:rPr lang="en-US" smtClean="0"/>
              <a:pPr/>
              <a:t>‹#›</a:t>
            </a:fld>
            <a:endParaRPr lang="en-US"/>
          </a:p>
        </p:txBody>
      </p:sp>
    </p:spTree>
    <p:extLst>
      <p:ext uri="{BB962C8B-B14F-4D97-AF65-F5344CB8AC3E}">
        <p14:creationId xmlns:p14="http://schemas.microsoft.com/office/powerpoint/2010/main" val="2624648265"/>
      </p:ext>
    </p:extLst>
  </p:cSld>
  <p:clrMap bg1="lt1" tx1="dk1" bg2="lt2" tx2="dk2" accent1="accent1" accent2="accent2" accent3="accent3" accent4="accent4" accent5="accent5" accent6="accent6" hlink="hlink" folHlink="folHlink"/>
  <p:hf/>
  <p:notesStyle>
    <a:lvl1pPr marL="0" algn="l" defTabSz="914367" rtl="0" eaLnBrk="1" latinLnBrk="0" hangingPunct="1">
      <a:lnSpc>
        <a:spcPct val="90000"/>
      </a:lnSpc>
      <a:spcAft>
        <a:spcPts val="333"/>
      </a:spcAft>
      <a:defRPr sz="882" kern="1200">
        <a:solidFill>
          <a:schemeClr val="tx1"/>
        </a:solidFill>
        <a:latin typeface="Segoe UI" panose="020B0502040204020203" pitchFamily="34" charset="0"/>
        <a:ea typeface="+mn-ea"/>
        <a:cs typeface="+mn-cs"/>
      </a:defRPr>
    </a:lvl1pPr>
  </p:notesStyle>
  <p:extLst>
    <p:ext uri="{620B2872-D7B9-4A21-9093-7833F8D536E1}">
      <p15:sldGuideLst xmlns:p15="http://schemas.microsoft.com/office/powerpoint/2012/main">
        <p15:guide id="1" orient="horz" pos="2880" userDrawn="1">
          <p15:clr>
            <a:srgbClr val="F26B43"/>
          </p15:clr>
        </p15:guide>
        <p15:guide id="2" pos="2160"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LID4096" dirty="0"/>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ea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386CE63F-9E7F-4C04-9D0D-FCA25A8E9E86}" type="datetime8">
              <a:rPr lang="en-US" smtClean="0"/>
              <a:pPr/>
              <a:t>9/28/2026 12:58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1</a:t>
            </a:fld>
            <a:endParaRPr lang="en-US"/>
          </a:p>
        </p:txBody>
      </p:sp>
    </p:spTree>
    <p:extLst>
      <p:ext uri="{BB962C8B-B14F-4D97-AF65-F5344CB8AC3E}">
        <p14:creationId xmlns:p14="http://schemas.microsoft.com/office/powerpoint/2010/main" val="35265483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LID4096" dirty="0"/>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ea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386CE63F-9E7F-4C04-9D0D-FCA25A8E9E86}" type="datetime8">
              <a:rPr lang="en-US" smtClean="0"/>
              <a:pPr/>
              <a:t>9/28/2026 12:58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6</a:t>
            </a:fld>
            <a:endParaRPr lang="en-US"/>
          </a:p>
        </p:txBody>
      </p:sp>
    </p:spTree>
    <p:extLst>
      <p:ext uri="{BB962C8B-B14F-4D97-AF65-F5344CB8AC3E}">
        <p14:creationId xmlns:p14="http://schemas.microsoft.com/office/powerpoint/2010/main" val="3229673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7C41A4-D585-C987-E418-B4248B7CFA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374349-A5BE-6552-3733-69D75D55BE9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0448AD9-91DE-18B0-B238-ABBE6603F19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761EAF8-ECAD-9850-FA57-A6F4115BAA1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2A0C706-A3BA-C34A-ACEA-4B4D1395093F}"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1369641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LID4096" dirty="0"/>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ea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386CE63F-9E7F-4C04-9D0D-FCA25A8E9E86}" type="datetime8">
              <a:rPr lang="en-US" smtClean="0"/>
              <a:pPr/>
              <a:t>9/28/2026 12:58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10</a:t>
            </a:fld>
            <a:endParaRPr lang="en-US"/>
          </a:p>
        </p:txBody>
      </p:sp>
    </p:spTree>
    <p:extLst>
      <p:ext uri="{BB962C8B-B14F-4D97-AF65-F5344CB8AC3E}">
        <p14:creationId xmlns:p14="http://schemas.microsoft.com/office/powerpoint/2010/main" val="12891041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LID4096" dirty="0"/>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ea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386CE63F-9E7F-4C04-9D0D-FCA25A8E9E86}" type="datetime8">
              <a:rPr lang="en-US" smtClean="0"/>
              <a:pPr/>
              <a:t>9/28/2026 12:58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13</a:t>
            </a:fld>
            <a:endParaRPr lang="en-US"/>
          </a:p>
        </p:txBody>
      </p:sp>
    </p:spTree>
    <p:extLst>
      <p:ext uri="{BB962C8B-B14F-4D97-AF65-F5344CB8AC3E}">
        <p14:creationId xmlns:p14="http://schemas.microsoft.com/office/powerpoint/2010/main" val="394504886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LID4096" dirty="0"/>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ea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386CE63F-9E7F-4C04-9D0D-FCA25A8E9E86}" type="datetime8">
              <a:rPr lang="en-US" smtClean="0"/>
              <a:pPr/>
              <a:t>9/28/2026 12:58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14</a:t>
            </a:fld>
            <a:endParaRPr lang="en-US"/>
          </a:p>
        </p:txBody>
      </p:sp>
    </p:spTree>
    <p:extLst>
      <p:ext uri="{BB962C8B-B14F-4D97-AF65-F5344CB8AC3E}">
        <p14:creationId xmlns:p14="http://schemas.microsoft.com/office/powerpoint/2010/main" val="33828445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LID4096" dirty="0"/>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ea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386CE63F-9E7F-4C04-9D0D-FCA25A8E9E86}" type="datetime8">
              <a:rPr lang="en-US" smtClean="0"/>
              <a:pPr/>
              <a:t>9/28/2026 12:58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26</a:t>
            </a:fld>
            <a:endParaRPr lang="en-US"/>
          </a:p>
        </p:txBody>
      </p:sp>
    </p:spTree>
    <p:extLst>
      <p:ext uri="{BB962C8B-B14F-4D97-AF65-F5344CB8AC3E}">
        <p14:creationId xmlns:p14="http://schemas.microsoft.com/office/powerpoint/2010/main" val="89799588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jpeg"/><Relationship Id="rId1" Type="http://schemas.openxmlformats.org/officeDocument/2006/relationships/slideMaster" Target="../slideMasters/slideMaster1.xml"/><Relationship Id="rId4" Type="http://schemas.openxmlformats.org/officeDocument/2006/relationships/image" Target="../media/image20.jpeg"/></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Master" Target="../slideMasters/slideMaster1.xml"/><Relationship Id="rId5" Type="http://schemas.openxmlformats.org/officeDocument/2006/relationships/image" Target="../media/image24.svg"/><Relationship Id="rId4" Type="http://schemas.openxmlformats.org/officeDocument/2006/relationships/image" Target="../media/image23.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image" Target="../media/image36.png"/><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image" Target="../media/image38.png"/><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image" Target="../media/image40.png"/><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42.jpeg"/><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43.jpeg"/><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4.png"/><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5.png"/><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Walkin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53B4BC62-442D-D07F-D062-B23F459AF590}"/>
              </a:ext>
            </a:extLst>
          </p:cNvPr>
          <p:cNvSpPr txBox="1"/>
          <p:nvPr userDrawn="1"/>
        </p:nvSpPr>
        <p:spPr>
          <a:xfrm>
            <a:off x="584200" y="2427667"/>
            <a:ext cx="3790950" cy="1495794"/>
          </a:xfrm>
          <a:prstGeom prst="rect">
            <a:avLst/>
          </a:prstGeom>
          <a:noFill/>
        </p:spPr>
        <p:txBody>
          <a:bodyPr wrap="square" lIns="0" tIns="0" rIns="0" bIns="0" rtlCol="0">
            <a:spAutoFit/>
          </a:bodyPr>
          <a:lstStyle/>
          <a:p>
            <a:pPr algn="l">
              <a:lnSpc>
                <a:spcPct val="90000"/>
              </a:lnSpc>
            </a:pPr>
            <a:r>
              <a:rPr lang="en-US" sz="5400" b="0" i="0" spc="-150">
                <a:solidFill>
                  <a:schemeClr val="tx1"/>
                </a:solidFill>
                <a:latin typeface="+mj-lt"/>
                <a:cs typeface="Segoe UI" panose="020B0502040204020203" pitchFamily="34" charset="0"/>
              </a:rPr>
              <a:t>Microsoft Azure</a:t>
            </a:r>
          </a:p>
        </p:txBody>
      </p:sp>
      <p:pic>
        <p:nvPicPr>
          <p:cNvPr id="4" name="Picture 3" descr="Microsoft Azure logo">
            <a:extLst>
              <a:ext uri="{FF2B5EF4-FFF2-40B4-BE49-F238E27FC236}">
                <a16:creationId xmlns:a16="http://schemas.microsoft.com/office/drawing/2014/main" id="{B92E3A10-69AE-68A3-B512-FC086263F478}"/>
              </a:ext>
            </a:extLst>
          </p:cNvPr>
          <p:cNvPicPr>
            <a:picLocks noChangeAspect="1"/>
          </p:cNvPicPr>
          <p:nvPr userDrawn="1"/>
        </p:nvPicPr>
        <p:blipFill>
          <a:blip r:embed="rId3"/>
          <a:stretch>
            <a:fillRect/>
          </a:stretch>
        </p:blipFill>
        <p:spPr>
          <a:xfrm>
            <a:off x="294223" y="296181"/>
            <a:ext cx="2623905" cy="867878"/>
          </a:xfrm>
          <a:prstGeom prst="rect">
            <a:avLst/>
          </a:prstGeom>
        </p:spPr>
      </p:pic>
    </p:spTree>
    <p:extLst>
      <p:ext uri="{BB962C8B-B14F-4D97-AF65-F5344CB8AC3E}">
        <p14:creationId xmlns:p14="http://schemas.microsoft.com/office/powerpoint/2010/main" val="1913746246"/>
      </p:ext>
    </p:extLst>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Walkin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53B4BC62-442D-D07F-D062-B23F459AF590}"/>
              </a:ext>
            </a:extLst>
          </p:cNvPr>
          <p:cNvSpPr txBox="1"/>
          <p:nvPr userDrawn="1"/>
        </p:nvSpPr>
        <p:spPr>
          <a:xfrm>
            <a:off x="584200" y="2427667"/>
            <a:ext cx="3790950" cy="1495794"/>
          </a:xfrm>
          <a:prstGeom prst="rect">
            <a:avLst/>
          </a:prstGeom>
          <a:noFill/>
        </p:spPr>
        <p:txBody>
          <a:bodyPr wrap="square" lIns="0" tIns="0" rIns="0" bIns="0" rtlCol="0">
            <a:spAutoFit/>
          </a:bodyPr>
          <a:lstStyle/>
          <a:p>
            <a:pPr algn="l">
              <a:lnSpc>
                <a:spcPct val="90000"/>
              </a:lnSpc>
            </a:pPr>
            <a:r>
              <a:rPr lang="en-US" sz="5400" b="0" i="0" spc="-150">
                <a:solidFill>
                  <a:schemeClr val="bg1"/>
                </a:solidFill>
                <a:latin typeface="+mj-lt"/>
                <a:cs typeface="Segoe UI" panose="020B0502040204020203" pitchFamily="34" charset="0"/>
              </a:rPr>
              <a:t>Microsoft Azure</a:t>
            </a:r>
          </a:p>
        </p:txBody>
      </p:sp>
      <p:pic>
        <p:nvPicPr>
          <p:cNvPr id="2" name="Picture 1" descr="Microsoft Azure logo">
            <a:extLst>
              <a:ext uri="{FF2B5EF4-FFF2-40B4-BE49-F238E27FC236}">
                <a16:creationId xmlns:a16="http://schemas.microsoft.com/office/drawing/2014/main" id="{01FEAF95-BADD-9F33-545F-EF09602EDEB3}"/>
              </a:ext>
            </a:extLst>
          </p:cNvPr>
          <p:cNvPicPr>
            <a:picLocks noChangeAspect="1"/>
          </p:cNvPicPr>
          <p:nvPr userDrawn="1"/>
        </p:nvPicPr>
        <p:blipFill>
          <a:blip r:embed="rId3"/>
          <a:srcRect/>
          <a:stretch/>
        </p:blipFill>
        <p:spPr>
          <a:xfrm>
            <a:off x="294223" y="296181"/>
            <a:ext cx="2623905" cy="867877"/>
          </a:xfrm>
          <a:prstGeom prst="rect">
            <a:avLst/>
          </a:prstGeom>
        </p:spPr>
      </p:pic>
    </p:spTree>
    <p:extLst>
      <p:ext uri="{BB962C8B-B14F-4D97-AF65-F5344CB8AC3E}">
        <p14:creationId xmlns:p14="http://schemas.microsoft.com/office/powerpoint/2010/main" val="115799712"/>
      </p:ext>
    </p:extLst>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302670"/>
            <a:ext cx="4978400" cy="1231106"/>
          </a:xfrm>
          <a:noFill/>
        </p:spPr>
        <p:txBody>
          <a:bodyPr wrap="square" lIns="0" tIns="0" rIns="0" bIns="0" anchor="b" anchorCtr="0">
            <a:spAutoFit/>
          </a:bodyPr>
          <a:lstStyle>
            <a:lvl1pPr>
              <a:defRPr sz="4000" b="0" i="0" spc="-150" baseline="0">
                <a:solidFill>
                  <a:schemeClr val="accent5"/>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4978400" cy="246221"/>
          </a:xfrm>
          <a:noFill/>
        </p:spPr>
        <p:txBody>
          <a:bodyPr wrap="square" lIns="0" tIns="0" rIns="0" bIns="0">
            <a:spAutoFit/>
          </a:bodyPr>
          <a:lstStyle>
            <a:lvl1pPr marL="0" indent="0">
              <a:spcBef>
                <a:spcPts val="0"/>
              </a:spcBef>
              <a:buNone/>
              <a:defRPr sz="1600" b="0" i="0" spc="0" baseline="0">
                <a:solidFill>
                  <a:schemeClr val="accent5"/>
                </a:solidFill>
                <a:latin typeface="+mn-lt"/>
                <a:cs typeface="Segoe UI" panose="020B0502040204020203" pitchFamily="34" charset="0"/>
              </a:defRPr>
            </a:lvl1pPr>
          </a:lstStyle>
          <a:p>
            <a:pPr lvl="0"/>
            <a:r>
              <a:rPr lang="en-US"/>
              <a:t>Speaker name or subtitle text</a:t>
            </a:r>
          </a:p>
        </p:txBody>
      </p:sp>
      <p:pic>
        <p:nvPicPr>
          <p:cNvPr id="2" name="Picture 1" descr="Microsoft Azure logo">
            <a:extLst>
              <a:ext uri="{FF2B5EF4-FFF2-40B4-BE49-F238E27FC236}">
                <a16:creationId xmlns:a16="http://schemas.microsoft.com/office/drawing/2014/main" id="{67D9173D-5201-E09B-CAD7-1B9251C6A730}"/>
              </a:ext>
            </a:extLst>
          </p:cNvPr>
          <p:cNvPicPr>
            <a:picLocks noChangeAspect="1"/>
          </p:cNvPicPr>
          <p:nvPr userDrawn="1"/>
        </p:nvPicPr>
        <p:blipFill>
          <a:blip r:embed="rId3"/>
          <a:stretch>
            <a:fillRect/>
          </a:stretch>
        </p:blipFill>
        <p:spPr>
          <a:xfrm>
            <a:off x="294223" y="296181"/>
            <a:ext cx="2623905" cy="867878"/>
          </a:xfrm>
          <a:prstGeom prst="rect">
            <a:avLst/>
          </a:prstGeom>
        </p:spPr>
      </p:pic>
    </p:spTree>
    <p:extLst>
      <p:ext uri="{BB962C8B-B14F-4D97-AF65-F5344CB8AC3E}">
        <p14:creationId xmlns:p14="http://schemas.microsoft.com/office/powerpoint/2010/main" val="365611275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32" userDrawn="1">
          <p15:clr>
            <a:srgbClr val="5ACBF0"/>
          </p15:clr>
        </p15:guide>
        <p15:guide id="2" orient="horz" pos="2520" userDrawn="1">
          <p15:clr>
            <a:srgbClr val="5ACBF0"/>
          </p15:clr>
        </p15:guide>
        <p15:guide id="3" pos="6144">
          <p15:clr>
            <a:srgbClr val="5ACBF0"/>
          </p15:clr>
        </p15:guide>
        <p15:guide id="4" orient="horz" pos="216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Slid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302670"/>
            <a:ext cx="4978400" cy="1231106"/>
          </a:xfrm>
          <a:noFill/>
        </p:spPr>
        <p:txBody>
          <a:bodyPr wrap="square" lIns="0" tIns="0" rIns="0" bIns="0" anchor="b" anchorCtr="0">
            <a:spAutoFit/>
          </a:bodyPr>
          <a:lstStyle>
            <a:lvl1pPr>
              <a:defRPr lang="en-US" sz="4000" b="0" i="0" kern="1200" cap="none" spc="-150" baseline="0" dirty="0">
                <a:ln w="3175">
                  <a:noFill/>
                </a:ln>
                <a:solidFill>
                  <a:schemeClr val="accent5"/>
                </a:solidFill>
                <a:effectLst/>
                <a:latin typeface="+mj-lt"/>
                <a:ea typeface="+mn-ea"/>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4978400" cy="246221"/>
          </a:xfrm>
          <a:noFill/>
        </p:spPr>
        <p:txBody>
          <a:bodyPr wrap="square" lIns="0" tIns="0" rIns="0" bIns="0">
            <a:spAutoFit/>
          </a:bodyPr>
          <a:lstStyle>
            <a:lvl1pPr marL="0" indent="0">
              <a:spcBef>
                <a:spcPts val="0"/>
              </a:spcBef>
              <a:buNone/>
              <a:defRPr sz="1600" b="0" i="0" spc="0" baseline="0">
                <a:solidFill>
                  <a:schemeClr val="accent5"/>
                </a:solidFill>
                <a:latin typeface="+mn-lt"/>
                <a:cs typeface="Segoe UI" panose="020B0502040204020203" pitchFamily="34" charset="0"/>
              </a:defRPr>
            </a:lvl1pPr>
          </a:lstStyle>
          <a:p>
            <a:pPr lvl="0"/>
            <a:r>
              <a:rPr lang="en-US"/>
              <a:t>Speaker name or subtitle text</a:t>
            </a:r>
          </a:p>
        </p:txBody>
      </p:sp>
      <p:pic>
        <p:nvPicPr>
          <p:cNvPr id="2" name="Picture 1" descr="Microsoft Azure logo">
            <a:extLst>
              <a:ext uri="{FF2B5EF4-FFF2-40B4-BE49-F238E27FC236}">
                <a16:creationId xmlns:a16="http://schemas.microsoft.com/office/drawing/2014/main" id="{653053D8-653F-FBDE-970C-D4605EBBD5D6}"/>
              </a:ext>
            </a:extLst>
          </p:cNvPr>
          <p:cNvPicPr>
            <a:picLocks noChangeAspect="1"/>
          </p:cNvPicPr>
          <p:nvPr userDrawn="1"/>
        </p:nvPicPr>
        <p:blipFill>
          <a:blip r:embed="rId3"/>
          <a:stretch>
            <a:fillRect/>
          </a:stretch>
        </p:blipFill>
        <p:spPr>
          <a:xfrm>
            <a:off x="294223" y="296181"/>
            <a:ext cx="2623905" cy="867878"/>
          </a:xfrm>
          <a:prstGeom prst="rect">
            <a:avLst/>
          </a:prstGeom>
        </p:spPr>
      </p:pic>
    </p:spTree>
    <p:extLst>
      <p:ext uri="{BB962C8B-B14F-4D97-AF65-F5344CB8AC3E}">
        <p14:creationId xmlns:p14="http://schemas.microsoft.com/office/powerpoint/2010/main" val="422547483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32" userDrawn="1">
          <p15:clr>
            <a:srgbClr val="5ACBF0"/>
          </p15:clr>
        </p15:guide>
        <p15:guide id="2" orient="horz" pos="2520" userDrawn="1">
          <p15:clr>
            <a:srgbClr val="5ACBF0"/>
          </p15:clr>
        </p15:guide>
        <p15:guide id="3" pos="6144">
          <p15:clr>
            <a:srgbClr val="5ACBF0"/>
          </p15:clr>
        </p15:guide>
        <p15:guide id="4" orient="horz" pos="216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Slide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302670"/>
            <a:ext cx="4978400" cy="1231106"/>
          </a:xfrm>
          <a:noFill/>
        </p:spPr>
        <p:txBody>
          <a:bodyPr wrap="square" lIns="0" tIns="0" rIns="0" bIns="0" anchor="b" anchorCtr="0">
            <a:spAutoFit/>
          </a:bodyPr>
          <a:lstStyle>
            <a:lvl1pPr>
              <a:defRPr sz="4000" b="0" i="0" spc="-150" baseline="0">
                <a:solidFill>
                  <a:schemeClr val="bg1"/>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4978400" cy="246221"/>
          </a:xfrm>
          <a:noFill/>
        </p:spPr>
        <p:txBody>
          <a:bodyPr wrap="square" lIns="0" tIns="0" rIns="0" bIns="0">
            <a:spAutoFit/>
          </a:bodyPr>
          <a:lstStyle>
            <a:lvl1pPr marL="0" indent="0">
              <a:spcBef>
                <a:spcPts val="0"/>
              </a:spcBef>
              <a:buNone/>
              <a:defRPr sz="1600" b="0" i="0" spc="0" baseline="0">
                <a:solidFill>
                  <a:schemeClr val="bg1"/>
                </a:solidFill>
                <a:latin typeface="+mn-lt"/>
                <a:cs typeface="Segoe UI" panose="020B0502040204020203" pitchFamily="34" charset="0"/>
              </a:defRPr>
            </a:lvl1pPr>
          </a:lstStyle>
          <a:p>
            <a:pPr lvl="0"/>
            <a:r>
              <a:rPr lang="en-US"/>
              <a:t>Speaker name or subtitle text</a:t>
            </a:r>
          </a:p>
        </p:txBody>
      </p:sp>
      <p:pic>
        <p:nvPicPr>
          <p:cNvPr id="2" name="Picture 1" descr="Microsoft Azure logo">
            <a:extLst>
              <a:ext uri="{FF2B5EF4-FFF2-40B4-BE49-F238E27FC236}">
                <a16:creationId xmlns:a16="http://schemas.microsoft.com/office/drawing/2014/main" id="{9B3177C6-DD9F-C15E-26BC-514D96E9555D}"/>
              </a:ext>
            </a:extLst>
          </p:cNvPr>
          <p:cNvPicPr>
            <a:picLocks noChangeAspect="1"/>
          </p:cNvPicPr>
          <p:nvPr userDrawn="1"/>
        </p:nvPicPr>
        <p:blipFill>
          <a:blip r:embed="rId3"/>
          <a:srcRect/>
          <a:stretch/>
        </p:blipFill>
        <p:spPr>
          <a:xfrm>
            <a:off x="294223" y="296181"/>
            <a:ext cx="2623905" cy="867877"/>
          </a:xfrm>
          <a:prstGeom prst="rect">
            <a:avLst/>
          </a:prstGeom>
        </p:spPr>
      </p:pic>
    </p:spTree>
    <p:extLst>
      <p:ext uri="{BB962C8B-B14F-4D97-AF65-F5344CB8AC3E}">
        <p14:creationId xmlns:p14="http://schemas.microsoft.com/office/powerpoint/2010/main" val="198429403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32" userDrawn="1">
          <p15:clr>
            <a:srgbClr val="5ACBF0"/>
          </p15:clr>
        </p15:guide>
        <p15:guide id="2" orient="horz" pos="2520" userDrawn="1">
          <p15:clr>
            <a:srgbClr val="5ACBF0"/>
          </p15:clr>
        </p15:guide>
        <p15:guide id="3" pos="6144">
          <p15:clr>
            <a:srgbClr val="5ACBF0"/>
          </p15:clr>
        </p15:guide>
        <p15:guide id="4" orient="horz" pos="216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Slide 4">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302670"/>
            <a:ext cx="4978400" cy="1231106"/>
          </a:xfrm>
          <a:noFill/>
        </p:spPr>
        <p:txBody>
          <a:bodyPr wrap="square" lIns="0" tIns="0" rIns="0" bIns="0" anchor="b" anchorCtr="0">
            <a:spAutoFit/>
          </a:bodyPr>
          <a:lstStyle>
            <a:lvl1pPr>
              <a:defRPr sz="4000" b="0" i="0" spc="-150" baseline="0">
                <a:solidFill>
                  <a:schemeClr val="bg1"/>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4978400" cy="246221"/>
          </a:xfrm>
          <a:noFill/>
        </p:spPr>
        <p:txBody>
          <a:bodyPr wrap="square" lIns="0" tIns="0" rIns="0" bIns="0">
            <a:spAutoFit/>
          </a:bodyPr>
          <a:lstStyle>
            <a:lvl1pPr marL="0" indent="0">
              <a:spcBef>
                <a:spcPts val="0"/>
              </a:spcBef>
              <a:buNone/>
              <a:defRPr sz="1600" b="0" i="0" spc="0" baseline="0">
                <a:solidFill>
                  <a:schemeClr val="bg1"/>
                </a:solidFill>
                <a:latin typeface="+mn-lt"/>
                <a:cs typeface="Segoe UI" panose="020B0502040204020203" pitchFamily="34" charset="0"/>
              </a:defRPr>
            </a:lvl1pPr>
          </a:lstStyle>
          <a:p>
            <a:pPr lvl="0"/>
            <a:r>
              <a:rPr lang="en-US"/>
              <a:t>Speaker name or subtitle text</a:t>
            </a:r>
          </a:p>
        </p:txBody>
      </p:sp>
      <p:pic>
        <p:nvPicPr>
          <p:cNvPr id="2" name="Picture 1" descr="Microsoft Azure logo">
            <a:extLst>
              <a:ext uri="{FF2B5EF4-FFF2-40B4-BE49-F238E27FC236}">
                <a16:creationId xmlns:a16="http://schemas.microsoft.com/office/drawing/2014/main" id="{0BC4438E-CE4D-08B9-E2F2-C279ADF46CD7}"/>
              </a:ext>
            </a:extLst>
          </p:cNvPr>
          <p:cNvPicPr>
            <a:picLocks noChangeAspect="1"/>
          </p:cNvPicPr>
          <p:nvPr userDrawn="1"/>
        </p:nvPicPr>
        <p:blipFill>
          <a:blip r:embed="rId3"/>
          <a:srcRect/>
          <a:stretch/>
        </p:blipFill>
        <p:spPr>
          <a:xfrm>
            <a:off x="294223" y="296181"/>
            <a:ext cx="2623905" cy="867877"/>
          </a:xfrm>
          <a:prstGeom prst="rect">
            <a:avLst/>
          </a:prstGeom>
        </p:spPr>
      </p:pic>
    </p:spTree>
    <p:extLst>
      <p:ext uri="{BB962C8B-B14F-4D97-AF65-F5344CB8AC3E}">
        <p14:creationId xmlns:p14="http://schemas.microsoft.com/office/powerpoint/2010/main" val="237513682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32" userDrawn="1">
          <p15:clr>
            <a:srgbClr val="5ACBF0"/>
          </p15:clr>
        </p15:guide>
        <p15:guide id="2" orient="horz" pos="2520" userDrawn="1">
          <p15:clr>
            <a:srgbClr val="5ACBF0"/>
          </p15:clr>
        </p15:guide>
        <p15:guide id="3" pos="6144">
          <p15:clr>
            <a:srgbClr val="5ACBF0"/>
          </p15:clr>
        </p15:guide>
        <p15:guide id="4" orient="horz" pos="216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econdary Title Slide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302670"/>
            <a:ext cx="4978400" cy="1231106"/>
          </a:xfrm>
          <a:noFill/>
        </p:spPr>
        <p:txBody>
          <a:bodyPr wrap="square" lIns="0" tIns="0" rIns="0" bIns="0" anchor="b" anchorCtr="0">
            <a:spAutoFit/>
          </a:bodyPr>
          <a:lstStyle>
            <a:lvl1pPr>
              <a:defRPr sz="4000" b="0" i="0" spc="-150" baseline="0">
                <a:solidFill>
                  <a:schemeClr val="bg1"/>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4978400" cy="246221"/>
          </a:xfrm>
          <a:noFill/>
        </p:spPr>
        <p:txBody>
          <a:bodyPr wrap="square" lIns="0" tIns="0" rIns="0" bIns="0">
            <a:spAutoFit/>
          </a:bodyPr>
          <a:lstStyle>
            <a:lvl1pPr marL="0" indent="0">
              <a:spcBef>
                <a:spcPts val="0"/>
              </a:spcBef>
              <a:buNone/>
              <a:defRPr sz="1600" b="0" i="0" spc="0" baseline="0">
                <a:solidFill>
                  <a:schemeClr val="bg1"/>
                </a:solidFill>
                <a:latin typeface="+mn-lt"/>
                <a:cs typeface="Segoe UI" panose="020B0502040204020203" pitchFamily="34" charset="0"/>
              </a:defRPr>
            </a:lvl1pPr>
          </a:lstStyle>
          <a:p>
            <a:pPr lvl="0"/>
            <a:r>
              <a:rPr lang="en-US"/>
              <a:t>Speaker name or subtitle text</a:t>
            </a:r>
          </a:p>
        </p:txBody>
      </p:sp>
      <p:pic>
        <p:nvPicPr>
          <p:cNvPr id="2" name="Picture 1" descr="Microsoft Azure logo">
            <a:extLst>
              <a:ext uri="{FF2B5EF4-FFF2-40B4-BE49-F238E27FC236}">
                <a16:creationId xmlns:a16="http://schemas.microsoft.com/office/drawing/2014/main" id="{69F709E8-1811-1B40-C29C-D0B3067652FD}"/>
              </a:ext>
            </a:extLst>
          </p:cNvPr>
          <p:cNvPicPr>
            <a:picLocks noChangeAspect="1"/>
          </p:cNvPicPr>
          <p:nvPr userDrawn="1"/>
        </p:nvPicPr>
        <p:blipFill>
          <a:blip r:embed="rId3"/>
          <a:srcRect/>
          <a:stretch/>
        </p:blipFill>
        <p:spPr>
          <a:xfrm>
            <a:off x="294223" y="296181"/>
            <a:ext cx="2623905" cy="867877"/>
          </a:xfrm>
          <a:prstGeom prst="rect">
            <a:avLst/>
          </a:prstGeom>
        </p:spPr>
      </p:pic>
    </p:spTree>
    <p:extLst>
      <p:ext uri="{BB962C8B-B14F-4D97-AF65-F5344CB8AC3E}">
        <p14:creationId xmlns:p14="http://schemas.microsoft.com/office/powerpoint/2010/main" val="68719181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520" userDrawn="1">
          <p15:clr>
            <a:srgbClr val="5ACBF0"/>
          </p15:clr>
        </p15:guide>
        <p15:guide id="3" pos="6144">
          <p15:clr>
            <a:srgbClr val="5ACBF0"/>
          </p15:clr>
        </p15:guide>
        <p15:guide id="4" orient="horz" pos="216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econdary Title Slid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302670"/>
            <a:ext cx="4978400" cy="1231106"/>
          </a:xfrm>
          <a:noFill/>
        </p:spPr>
        <p:txBody>
          <a:bodyPr wrap="square" lIns="0" tIns="0" rIns="0" bIns="0" anchor="b" anchorCtr="0">
            <a:spAutoFit/>
          </a:bodyPr>
          <a:lstStyle>
            <a:lvl1pPr>
              <a:defRPr sz="4000" b="0" i="0" spc="-150" baseline="0">
                <a:solidFill>
                  <a:schemeClr val="bg1"/>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4978400" cy="246221"/>
          </a:xfrm>
          <a:noFill/>
        </p:spPr>
        <p:txBody>
          <a:bodyPr wrap="square" lIns="0" tIns="0" rIns="0" bIns="0">
            <a:spAutoFit/>
          </a:bodyPr>
          <a:lstStyle>
            <a:lvl1pPr marL="0" indent="0">
              <a:spcBef>
                <a:spcPts val="0"/>
              </a:spcBef>
              <a:buNone/>
              <a:defRPr sz="1600" b="0" i="0" spc="0" baseline="0">
                <a:solidFill>
                  <a:schemeClr val="bg1"/>
                </a:solidFill>
                <a:latin typeface="+mn-lt"/>
                <a:cs typeface="Segoe UI" panose="020B0502040204020203" pitchFamily="34" charset="0"/>
              </a:defRPr>
            </a:lvl1pPr>
          </a:lstStyle>
          <a:p>
            <a:pPr lvl="0"/>
            <a:r>
              <a:rPr lang="en-US"/>
              <a:t>Speaker name or subtitle text</a:t>
            </a:r>
          </a:p>
        </p:txBody>
      </p:sp>
      <p:pic>
        <p:nvPicPr>
          <p:cNvPr id="2" name="Picture 1" descr="Microsoft Azure logo">
            <a:extLst>
              <a:ext uri="{FF2B5EF4-FFF2-40B4-BE49-F238E27FC236}">
                <a16:creationId xmlns:a16="http://schemas.microsoft.com/office/drawing/2014/main" id="{B6AD3664-A35C-72BB-FE02-7D7E84655C26}"/>
              </a:ext>
            </a:extLst>
          </p:cNvPr>
          <p:cNvPicPr>
            <a:picLocks noChangeAspect="1"/>
          </p:cNvPicPr>
          <p:nvPr userDrawn="1"/>
        </p:nvPicPr>
        <p:blipFill>
          <a:blip r:embed="rId3"/>
          <a:srcRect/>
          <a:stretch/>
        </p:blipFill>
        <p:spPr>
          <a:xfrm>
            <a:off x="294223" y="296181"/>
            <a:ext cx="2623905" cy="867877"/>
          </a:xfrm>
          <a:prstGeom prst="rect">
            <a:avLst/>
          </a:prstGeom>
        </p:spPr>
      </p:pic>
    </p:spTree>
    <p:extLst>
      <p:ext uri="{BB962C8B-B14F-4D97-AF65-F5344CB8AC3E}">
        <p14:creationId xmlns:p14="http://schemas.microsoft.com/office/powerpoint/2010/main" val="316894353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520" userDrawn="1">
          <p15:clr>
            <a:srgbClr val="5ACBF0"/>
          </p15:clr>
        </p15:guide>
        <p15:guide id="3" pos="6144">
          <p15:clr>
            <a:srgbClr val="5ACBF0"/>
          </p15:clr>
        </p15:guide>
        <p15:guide id="4" orient="horz" pos="216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econdary Title Slide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302670"/>
            <a:ext cx="4978400" cy="1231106"/>
          </a:xfrm>
          <a:noFill/>
        </p:spPr>
        <p:txBody>
          <a:bodyPr wrap="square" lIns="0" tIns="0" rIns="0" bIns="0" anchor="b" anchorCtr="0">
            <a:spAutoFit/>
          </a:bodyPr>
          <a:lstStyle>
            <a:lvl1pPr>
              <a:defRPr sz="4000" b="0" i="0" spc="-150" baseline="0">
                <a:solidFill>
                  <a:schemeClr val="accent5"/>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4978400" cy="246221"/>
          </a:xfrm>
          <a:noFill/>
        </p:spPr>
        <p:txBody>
          <a:bodyPr wrap="square" lIns="0" tIns="0" rIns="0" bIns="0">
            <a:spAutoFit/>
          </a:bodyPr>
          <a:lstStyle>
            <a:lvl1pPr marL="0" indent="0">
              <a:spcBef>
                <a:spcPts val="0"/>
              </a:spcBef>
              <a:buNone/>
              <a:defRPr sz="1600" b="0" i="0" spc="0" baseline="0">
                <a:solidFill>
                  <a:schemeClr val="accent5"/>
                </a:solidFill>
                <a:latin typeface="+mn-lt"/>
                <a:cs typeface="Segoe UI" panose="020B0502040204020203" pitchFamily="34" charset="0"/>
              </a:defRPr>
            </a:lvl1pPr>
          </a:lstStyle>
          <a:p>
            <a:pPr lvl="0"/>
            <a:r>
              <a:rPr lang="en-US"/>
              <a:t>Speaker name or subtitle text</a:t>
            </a:r>
          </a:p>
        </p:txBody>
      </p:sp>
      <p:pic>
        <p:nvPicPr>
          <p:cNvPr id="2" name="Picture 1" descr="Microsoft Azure logo">
            <a:extLst>
              <a:ext uri="{FF2B5EF4-FFF2-40B4-BE49-F238E27FC236}">
                <a16:creationId xmlns:a16="http://schemas.microsoft.com/office/drawing/2014/main" id="{AE09D156-5C8F-7398-CFAF-149A8FA88605}"/>
              </a:ext>
            </a:extLst>
          </p:cNvPr>
          <p:cNvPicPr>
            <a:picLocks noChangeAspect="1"/>
          </p:cNvPicPr>
          <p:nvPr userDrawn="1"/>
        </p:nvPicPr>
        <p:blipFill>
          <a:blip r:embed="rId3"/>
          <a:stretch>
            <a:fillRect/>
          </a:stretch>
        </p:blipFill>
        <p:spPr>
          <a:xfrm>
            <a:off x="294223" y="296181"/>
            <a:ext cx="2623905" cy="867878"/>
          </a:xfrm>
          <a:prstGeom prst="rect">
            <a:avLst/>
          </a:prstGeom>
        </p:spPr>
      </p:pic>
    </p:spTree>
    <p:extLst>
      <p:ext uri="{BB962C8B-B14F-4D97-AF65-F5344CB8AC3E}">
        <p14:creationId xmlns:p14="http://schemas.microsoft.com/office/powerpoint/2010/main" val="160602042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520">
          <p15:clr>
            <a:srgbClr val="5ACBF0"/>
          </p15:clr>
        </p15:guide>
        <p15:guide id="3" pos="6144">
          <p15:clr>
            <a:srgbClr val="5ACBF0"/>
          </p15:clr>
        </p15:guide>
        <p15:guide id="4" orient="horz" pos="216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econdary Title Slide 4">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302670"/>
            <a:ext cx="4978400" cy="1231106"/>
          </a:xfrm>
          <a:noFill/>
        </p:spPr>
        <p:txBody>
          <a:bodyPr wrap="square" lIns="0" tIns="0" rIns="0" bIns="0" anchor="b" anchorCtr="0">
            <a:spAutoFit/>
          </a:bodyPr>
          <a:lstStyle>
            <a:lvl1pPr>
              <a:defRPr sz="4000" b="0" i="0" spc="-150" baseline="0">
                <a:solidFill>
                  <a:schemeClr val="accent5"/>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4978400" cy="246221"/>
          </a:xfrm>
          <a:noFill/>
        </p:spPr>
        <p:txBody>
          <a:bodyPr wrap="square" lIns="0" tIns="0" rIns="0" bIns="0">
            <a:spAutoFit/>
          </a:bodyPr>
          <a:lstStyle>
            <a:lvl1pPr marL="0" indent="0">
              <a:spcBef>
                <a:spcPts val="0"/>
              </a:spcBef>
              <a:buNone/>
              <a:defRPr sz="1600" b="0" i="0" spc="0" baseline="0">
                <a:solidFill>
                  <a:schemeClr val="accent5"/>
                </a:solidFill>
                <a:latin typeface="+mn-lt"/>
                <a:cs typeface="Segoe UI" panose="020B0502040204020203" pitchFamily="34" charset="0"/>
              </a:defRPr>
            </a:lvl1pPr>
          </a:lstStyle>
          <a:p>
            <a:pPr lvl="0"/>
            <a:r>
              <a:rPr lang="en-US"/>
              <a:t>Speaker name or subtitle text</a:t>
            </a:r>
          </a:p>
        </p:txBody>
      </p:sp>
      <p:pic>
        <p:nvPicPr>
          <p:cNvPr id="3" name="Picture 2" descr="Microsoft Azure logo">
            <a:extLst>
              <a:ext uri="{FF2B5EF4-FFF2-40B4-BE49-F238E27FC236}">
                <a16:creationId xmlns:a16="http://schemas.microsoft.com/office/drawing/2014/main" id="{BD59DF4D-F197-453D-5788-E7C5CE3BF40E}"/>
              </a:ext>
            </a:extLst>
          </p:cNvPr>
          <p:cNvPicPr>
            <a:picLocks noChangeAspect="1"/>
          </p:cNvPicPr>
          <p:nvPr userDrawn="1"/>
        </p:nvPicPr>
        <p:blipFill>
          <a:blip r:embed="rId3"/>
          <a:stretch>
            <a:fillRect/>
          </a:stretch>
        </p:blipFill>
        <p:spPr>
          <a:xfrm>
            <a:off x="294223" y="296181"/>
            <a:ext cx="2623905" cy="867878"/>
          </a:xfrm>
          <a:prstGeom prst="rect">
            <a:avLst/>
          </a:prstGeom>
        </p:spPr>
      </p:pic>
    </p:spTree>
    <p:extLst>
      <p:ext uri="{BB962C8B-B14F-4D97-AF65-F5344CB8AC3E}">
        <p14:creationId xmlns:p14="http://schemas.microsoft.com/office/powerpoint/2010/main" val="374565276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520">
          <p15:clr>
            <a:srgbClr val="5ACBF0"/>
          </p15:clr>
        </p15:guide>
        <p15:guide id="3" pos="6144">
          <p15:clr>
            <a:srgbClr val="5ACBF0"/>
          </p15:clr>
        </p15:guide>
        <p15:guide id="4" orient="horz" pos="216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econdary Title Slide 5">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18223"/>
            <a:ext cx="9144000" cy="615553"/>
          </a:xfrm>
          <a:noFill/>
        </p:spPr>
        <p:txBody>
          <a:bodyPr lIns="0" tIns="0" rIns="0" bIns="0" anchor="b" anchorCtr="0">
            <a:spAutoFit/>
          </a:bodyPr>
          <a:lstStyle>
            <a:lvl1pPr>
              <a:defRPr sz="4000" b="0" i="0" spc="-150" baseline="0">
                <a:solidFill>
                  <a:srgbClr val="1A00E2"/>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9144000" cy="246221"/>
          </a:xfrm>
          <a:noFill/>
        </p:spPr>
        <p:txBody>
          <a:bodyPr wrap="square" lIns="0" tIns="0" rIns="0" bIns="0">
            <a:spAutoFit/>
          </a:bodyPr>
          <a:lstStyle>
            <a:lvl1pPr marL="0" indent="0">
              <a:spcBef>
                <a:spcPts val="0"/>
              </a:spcBef>
              <a:buNone/>
              <a:defRPr sz="1600" b="0" i="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2" name="Picture 1" descr="Microsoft Azure logo">
            <a:extLst>
              <a:ext uri="{FF2B5EF4-FFF2-40B4-BE49-F238E27FC236}">
                <a16:creationId xmlns:a16="http://schemas.microsoft.com/office/drawing/2014/main" id="{713A1BFA-9304-9AFB-199A-70D66765FCC2}"/>
              </a:ext>
            </a:extLst>
          </p:cNvPr>
          <p:cNvPicPr>
            <a:picLocks noChangeAspect="1"/>
          </p:cNvPicPr>
          <p:nvPr userDrawn="1"/>
        </p:nvPicPr>
        <p:blipFill>
          <a:blip r:embed="rId2"/>
          <a:stretch>
            <a:fillRect/>
          </a:stretch>
        </p:blipFill>
        <p:spPr>
          <a:xfrm>
            <a:off x="294223" y="296181"/>
            <a:ext cx="2623905" cy="867878"/>
          </a:xfrm>
          <a:prstGeom prst="rect">
            <a:avLst/>
          </a:prstGeom>
        </p:spPr>
      </p:pic>
    </p:spTree>
    <p:extLst>
      <p:ext uri="{BB962C8B-B14F-4D97-AF65-F5344CB8AC3E}">
        <p14:creationId xmlns:p14="http://schemas.microsoft.com/office/powerpoint/2010/main" val="53439708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08CE50-46CE-0973-AC08-7477BEAD00F3}"/>
              </a:ext>
            </a:extLst>
          </p:cNvPr>
          <p:cNvSpPr>
            <a:spLocks noGrp="1"/>
          </p:cNvSpPr>
          <p:nvPr>
            <p:ph type="title"/>
          </p:nvPr>
        </p:nvSpPr>
        <p:spPr/>
        <p:txBody>
          <a:bodyPr/>
          <a:lstStyle>
            <a:lvl1pPr>
              <a:defRPr>
                <a:solidFill>
                  <a:schemeClr val="tx2"/>
                </a:solidFill>
                <a:latin typeface="+mj-lt"/>
              </a:defRPr>
            </a:lvl1pPr>
          </a:lstStyle>
          <a:p>
            <a:r>
              <a:rPr lang="en-US"/>
              <a:t>Click to edit Master title style</a:t>
            </a:r>
          </a:p>
        </p:txBody>
      </p:sp>
      <p:sp>
        <p:nvSpPr>
          <p:cNvPr id="3" name="Text Placeholder 11">
            <a:extLst>
              <a:ext uri="{FF2B5EF4-FFF2-40B4-BE49-F238E27FC236}">
                <a16:creationId xmlns:a16="http://schemas.microsoft.com/office/drawing/2014/main" id="{03424D10-01E7-37F9-6091-2C95487D9F73}"/>
              </a:ext>
            </a:extLst>
          </p:cNvPr>
          <p:cNvSpPr>
            <a:spLocks noGrp="1"/>
          </p:cNvSpPr>
          <p:nvPr>
            <p:ph type="body" sz="quarter" idx="16"/>
          </p:nvPr>
        </p:nvSpPr>
        <p:spPr>
          <a:xfrm>
            <a:off x="584200" y="1438275"/>
            <a:ext cx="2532063" cy="615553"/>
          </a:xfrm>
        </p:spPr>
        <p:txBody>
          <a:bodyPr anchor="t"/>
          <a:lstStyle>
            <a:lvl1pPr marL="0" indent="0">
              <a:spcBef>
                <a:spcPts val="0"/>
              </a:spcBef>
              <a:buNone/>
              <a:defRPr sz="2000" b="0" i="0">
                <a:solidFill>
                  <a:schemeClr val="tx2"/>
                </a:solidFill>
                <a:latin typeface="+mj-lt"/>
              </a:defRPr>
            </a:lvl1pPr>
          </a:lstStyle>
          <a:p>
            <a:pPr lvl="0"/>
            <a:r>
              <a:rPr lang="en-US"/>
              <a:t>Click to edit Master text styles</a:t>
            </a:r>
          </a:p>
        </p:txBody>
      </p:sp>
      <p:sp>
        <p:nvSpPr>
          <p:cNvPr id="4" name="Text Placeholder 7">
            <a:extLst>
              <a:ext uri="{FF2B5EF4-FFF2-40B4-BE49-F238E27FC236}">
                <a16:creationId xmlns:a16="http://schemas.microsoft.com/office/drawing/2014/main" id="{FDFE8ED1-0EC9-B339-1813-0B4260A0A2DA}"/>
              </a:ext>
            </a:extLst>
          </p:cNvPr>
          <p:cNvSpPr>
            <a:spLocks noGrp="1"/>
          </p:cNvSpPr>
          <p:nvPr>
            <p:ph type="body" sz="quarter" idx="14"/>
          </p:nvPr>
        </p:nvSpPr>
        <p:spPr>
          <a:xfrm>
            <a:off x="584200" y="2283115"/>
            <a:ext cx="2532063" cy="1600438"/>
          </a:xfrm>
        </p:spPr>
        <p:txBody>
          <a:bodyPr vert="horz" wrap="square" lIns="0" tIns="0" rIns="0" bIns="0" rtlCol="0">
            <a:spAutoFit/>
          </a:bodyPr>
          <a:lstStyle>
            <a:lvl1pPr>
              <a:defRPr lang="en-US" sz="1600" dirty="0">
                <a:latin typeface="+mn-lt"/>
              </a:defRPr>
            </a:lvl1pPr>
            <a:lvl2pPr>
              <a:defRPr lang="en-US" sz="1600" dirty="0">
                <a:latin typeface="+mn-lt"/>
              </a:defRPr>
            </a:lvl2pPr>
            <a:lvl3pPr>
              <a:defRPr lang="en-US" sz="1600" dirty="0">
                <a:latin typeface="+mn-lt"/>
              </a:defRPr>
            </a:lvl3pPr>
            <a:lvl4pPr>
              <a:defRPr lang="en-US" sz="1400" dirty="0">
                <a:latin typeface="+mn-lt"/>
              </a:defRPr>
            </a:lvl4pPr>
            <a:lvl5pPr>
              <a:defRPr lang="en-US" sz="1400" dirty="0">
                <a:latin typeface="+mn-lt"/>
              </a:defRPr>
            </a:lvl5pPr>
          </a:lstStyle>
          <a:p>
            <a:pPr marL="141288" lvl="0" indent="-141288"/>
            <a:r>
              <a:rPr lang="en-US"/>
              <a:t>Click to edit Master text styles</a:t>
            </a:r>
          </a:p>
          <a:p>
            <a:pPr marL="141288" lvl="1" indent="-141288"/>
            <a:r>
              <a:rPr lang="en-US"/>
              <a:t>Second level</a:t>
            </a:r>
          </a:p>
          <a:p>
            <a:pPr marL="141288" lvl="2" indent="-141288"/>
            <a:r>
              <a:rPr lang="en-US"/>
              <a:t>Third level</a:t>
            </a:r>
          </a:p>
          <a:p>
            <a:pPr marL="141288" lvl="3" indent="-141288"/>
            <a:r>
              <a:rPr lang="en-US"/>
              <a:t>Fourth level</a:t>
            </a:r>
          </a:p>
          <a:p>
            <a:pPr marL="141288" lvl="4" indent="-141288"/>
            <a:r>
              <a:rPr lang="en-US"/>
              <a:t>Fifth level</a:t>
            </a:r>
          </a:p>
        </p:txBody>
      </p:sp>
      <p:sp>
        <p:nvSpPr>
          <p:cNvPr id="5" name="Text Placeholder 11">
            <a:extLst>
              <a:ext uri="{FF2B5EF4-FFF2-40B4-BE49-F238E27FC236}">
                <a16:creationId xmlns:a16="http://schemas.microsoft.com/office/drawing/2014/main" id="{823006D8-810A-DCBB-7E79-17F6322E2FFC}"/>
              </a:ext>
            </a:extLst>
          </p:cNvPr>
          <p:cNvSpPr>
            <a:spLocks noGrp="1"/>
          </p:cNvSpPr>
          <p:nvPr>
            <p:ph type="body" sz="quarter" idx="17"/>
          </p:nvPr>
        </p:nvSpPr>
        <p:spPr>
          <a:xfrm>
            <a:off x="3413125" y="1438275"/>
            <a:ext cx="2533650" cy="615553"/>
          </a:xfrm>
        </p:spPr>
        <p:txBody>
          <a:bodyPr anchor="t"/>
          <a:lstStyle>
            <a:lvl1pPr marL="0" indent="0">
              <a:spcBef>
                <a:spcPts val="0"/>
              </a:spcBef>
              <a:buNone/>
              <a:defRPr lang="en-US" sz="2000" b="0" i="0" kern="1200" spc="0" baseline="0" dirty="0">
                <a:solidFill>
                  <a:schemeClr val="tx2"/>
                </a:solidFill>
                <a:latin typeface="+mj-lt"/>
                <a:ea typeface="+mn-ea"/>
                <a:cs typeface="Segoe UI" panose="020B0502040204020203" pitchFamily="34" charset="0"/>
              </a:defRPr>
            </a:lvl1pPr>
          </a:lstStyle>
          <a:p>
            <a:pPr marL="0" marR="0" lvl="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pPr>
            <a:r>
              <a:rPr lang="en-US"/>
              <a:t>Click to edit Master text styles</a:t>
            </a:r>
          </a:p>
        </p:txBody>
      </p:sp>
      <p:sp>
        <p:nvSpPr>
          <p:cNvPr id="6" name="Text Placeholder 9">
            <a:extLst>
              <a:ext uri="{FF2B5EF4-FFF2-40B4-BE49-F238E27FC236}">
                <a16:creationId xmlns:a16="http://schemas.microsoft.com/office/drawing/2014/main" id="{ADAAB847-57CB-2458-2ADA-6D7770794074}"/>
              </a:ext>
            </a:extLst>
          </p:cNvPr>
          <p:cNvSpPr>
            <a:spLocks noGrp="1"/>
          </p:cNvSpPr>
          <p:nvPr>
            <p:ph type="body" sz="quarter" idx="15"/>
          </p:nvPr>
        </p:nvSpPr>
        <p:spPr>
          <a:xfrm>
            <a:off x="3413125" y="2276475"/>
            <a:ext cx="2532063" cy="1600438"/>
          </a:xfrm>
        </p:spPr>
        <p:txBody>
          <a:bodyPr vert="horz" wrap="square" lIns="0" tIns="0" rIns="0" bIns="0" rtlCol="0">
            <a:spAutoFit/>
          </a:bodyPr>
          <a:lstStyle>
            <a:lvl1pPr>
              <a:defRPr lang="en-US" sz="1600" dirty="0">
                <a:latin typeface="+mn-lt"/>
              </a:defRPr>
            </a:lvl1pPr>
            <a:lvl2pPr>
              <a:defRPr lang="en-US" sz="1600" dirty="0">
                <a:latin typeface="+mn-lt"/>
              </a:defRPr>
            </a:lvl2pPr>
            <a:lvl3pPr>
              <a:defRPr lang="en-US" sz="1600" dirty="0">
                <a:latin typeface="+mn-lt"/>
              </a:defRPr>
            </a:lvl3pPr>
            <a:lvl4pPr>
              <a:defRPr lang="en-US" sz="1400" dirty="0">
                <a:latin typeface="+mn-lt"/>
              </a:defRPr>
            </a:lvl4pPr>
            <a:lvl5pPr>
              <a:defRPr lang="en-US" sz="1400" dirty="0">
                <a:latin typeface="+mn-lt"/>
              </a:defRPr>
            </a:lvl5pPr>
          </a:lstStyle>
          <a:p>
            <a:pPr marL="141288" lvl="0" indent="-141288"/>
            <a:r>
              <a:rPr lang="en-US"/>
              <a:t>Click to edit Master text styles</a:t>
            </a:r>
          </a:p>
          <a:p>
            <a:pPr marL="141288" lvl="1" indent="-141288"/>
            <a:r>
              <a:rPr lang="en-US"/>
              <a:t>Second level</a:t>
            </a:r>
          </a:p>
          <a:p>
            <a:pPr marL="141288" lvl="2" indent="-141288"/>
            <a:r>
              <a:rPr lang="en-US"/>
              <a:t>Third level</a:t>
            </a:r>
          </a:p>
          <a:p>
            <a:pPr marL="141288" lvl="3" indent="-141288"/>
            <a:r>
              <a:rPr lang="en-US"/>
              <a:t>Fourth level</a:t>
            </a:r>
          </a:p>
          <a:p>
            <a:pPr marL="141288" lvl="4" indent="-141288"/>
            <a:r>
              <a:rPr lang="en-US"/>
              <a:t>Fifth level</a:t>
            </a:r>
          </a:p>
        </p:txBody>
      </p:sp>
      <p:sp>
        <p:nvSpPr>
          <p:cNvPr id="7" name="Text Placeholder 11">
            <a:extLst>
              <a:ext uri="{FF2B5EF4-FFF2-40B4-BE49-F238E27FC236}">
                <a16:creationId xmlns:a16="http://schemas.microsoft.com/office/drawing/2014/main" id="{6B655A31-FF73-73EA-1EA8-00F13891AB94}"/>
              </a:ext>
            </a:extLst>
          </p:cNvPr>
          <p:cNvSpPr>
            <a:spLocks noGrp="1"/>
          </p:cNvSpPr>
          <p:nvPr>
            <p:ph type="body" sz="quarter" idx="18"/>
          </p:nvPr>
        </p:nvSpPr>
        <p:spPr>
          <a:xfrm>
            <a:off x="6244208" y="1438275"/>
            <a:ext cx="2532063" cy="615553"/>
          </a:xfrm>
        </p:spPr>
        <p:txBody>
          <a:bodyPr anchor="t"/>
          <a:lstStyle>
            <a:lvl1pPr marL="0" indent="0">
              <a:spcBef>
                <a:spcPts val="0"/>
              </a:spcBef>
              <a:buNone/>
              <a:defRPr lang="en-US" sz="2000" b="0" i="0" kern="1200" spc="0" baseline="0" dirty="0">
                <a:solidFill>
                  <a:schemeClr val="tx2"/>
                </a:solidFill>
                <a:latin typeface="+mj-lt"/>
                <a:ea typeface="+mn-ea"/>
                <a:cs typeface="Segoe UI" panose="020B0502040204020203" pitchFamily="34" charset="0"/>
              </a:defRPr>
            </a:lvl1pPr>
          </a:lstStyle>
          <a:p>
            <a:pPr marL="0" marR="0" lvl="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pPr>
            <a:r>
              <a:rPr lang="en-US"/>
              <a:t>Click to edit Master text styles</a:t>
            </a:r>
          </a:p>
        </p:txBody>
      </p:sp>
      <p:sp>
        <p:nvSpPr>
          <p:cNvPr id="8" name="Text Placeholder 7">
            <a:extLst>
              <a:ext uri="{FF2B5EF4-FFF2-40B4-BE49-F238E27FC236}">
                <a16:creationId xmlns:a16="http://schemas.microsoft.com/office/drawing/2014/main" id="{E819634A-80BB-C620-3C16-1EA80A7B1C18}"/>
              </a:ext>
            </a:extLst>
          </p:cNvPr>
          <p:cNvSpPr>
            <a:spLocks noGrp="1"/>
          </p:cNvSpPr>
          <p:nvPr>
            <p:ph type="body" sz="quarter" idx="19"/>
          </p:nvPr>
        </p:nvSpPr>
        <p:spPr>
          <a:xfrm>
            <a:off x="6244208" y="2283115"/>
            <a:ext cx="2532063" cy="1600438"/>
          </a:xfrm>
        </p:spPr>
        <p:txBody>
          <a:bodyPr vert="horz" wrap="square" lIns="0" tIns="0" rIns="0" bIns="0" rtlCol="0">
            <a:spAutoFit/>
          </a:bodyPr>
          <a:lstStyle>
            <a:lvl1pPr>
              <a:defRPr lang="en-US" sz="1600" dirty="0">
                <a:latin typeface="+mn-lt"/>
              </a:defRPr>
            </a:lvl1pPr>
            <a:lvl2pPr>
              <a:defRPr lang="en-US" sz="1600" dirty="0">
                <a:latin typeface="+mn-lt"/>
              </a:defRPr>
            </a:lvl2pPr>
            <a:lvl3pPr>
              <a:defRPr lang="en-US" sz="1600" dirty="0">
                <a:latin typeface="+mn-lt"/>
              </a:defRPr>
            </a:lvl3pPr>
            <a:lvl4pPr>
              <a:defRPr lang="en-US" sz="1400" dirty="0">
                <a:latin typeface="+mn-lt"/>
              </a:defRPr>
            </a:lvl4pPr>
            <a:lvl5pPr>
              <a:defRPr lang="en-US" sz="1400" dirty="0">
                <a:latin typeface="+mn-lt"/>
              </a:defRPr>
            </a:lvl5pPr>
          </a:lstStyle>
          <a:p>
            <a:pPr marL="141288" lvl="0" indent="-141288"/>
            <a:r>
              <a:rPr lang="en-US"/>
              <a:t>Click to edit Master text styles</a:t>
            </a:r>
          </a:p>
          <a:p>
            <a:pPr marL="141288" lvl="1" indent="-141288"/>
            <a:r>
              <a:rPr lang="en-US"/>
              <a:t>Second level</a:t>
            </a:r>
          </a:p>
          <a:p>
            <a:pPr marL="141288" lvl="2" indent="-141288"/>
            <a:r>
              <a:rPr lang="en-US"/>
              <a:t>Third level</a:t>
            </a:r>
          </a:p>
          <a:p>
            <a:pPr marL="141288" lvl="3" indent="-141288"/>
            <a:r>
              <a:rPr lang="en-US"/>
              <a:t>Fourth level</a:t>
            </a:r>
          </a:p>
          <a:p>
            <a:pPr marL="141288" lvl="4" indent="-141288"/>
            <a:r>
              <a:rPr lang="en-US"/>
              <a:t>Fifth level</a:t>
            </a:r>
          </a:p>
        </p:txBody>
      </p:sp>
      <p:sp>
        <p:nvSpPr>
          <p:cNvPr id="9" name="Text Placeholder 11">
            <a:extLst>
              <a:ext uri="{FF2B5EF4-FFF2-40B4-BE49-F238E27FC236}">
                <a16:creationId xmlns:a16="http://schemas.microsoft.com/office/drawing/2014/main" id="{05E7CC6D-40F5-C58C-FC44-793B1A98AC5D}"/>
              </a:ext>
            </a:extLst>
          </p:cNvPr>
          <p:cNvSpPr>
            <a:spLocks noGrp="1"/>
          </p:cNvSpPr>
          <p:nvPr>
            <p:ph type="body" sz="quarter" idx="20"/>
          </p:nvPr>
        </p:nvSpPr>
        <p:spPr>
          <a:xfrm>
            <a:off x="9073133" y="1438275"/>
            <a:ext cx="2533650" cy="615553"/>
          </a:xfrm>
        </p:spPr>
        <p:txBody>
          <a:bodyPr anchor="t"/>
          <a:lstStyle>
            <a:lvl1pPr marL="0" indent="0">
              <a:spcBef>
                <a:spcPts val="0"/>
              </a:spcBef>
              <a:buNone/>
              <a:defRPr lang="en-US" sz="2000" b="0" i="0" kern="1200" spc="0" baseline="0" dirty="0">
                <a:solidFill>
                  <a:schemeClr val="tx2"/>
                </a:solidFill>
                <a:latin typeface="+mj-lt"/>
                <a:ea typeface="+mn-ea"/>
                <a:cs typeface="Segoe UI" panose="020B0502040204020203" pitchFamily="34" charset="0"/>
              </a:defRPr>
            </a:lvl1pPr>
          </a:lstStyle>
          <a:p>
            <a:pPr marL="0" marR="0" lvl="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pPr>
            <a:r>
              <a:rPr lang="en-US"/>
              <a:t>Click to edit Master text styles</a:t>
            </a:r>
          </a:p>
        </p:txBody>
      </p:sp>
      <p:sp>
        <p:nvSpPr>
          <p:cNvPr id="10" name="Text Placeholder 9">
            <a:extLst>
              <a:ext uri="{FF2B5EF4-FFF2-40B4-BE49-F238E27FC236}">
                <a16:creationId xmlns:a16="http://schemas.microsoft.com/office/drawing/2014/main" id="{E6B93ED5-5CA7-C983-373E-E42D7424C7CB}"/>
              </a:ext>
            </a:extLst>
          </p:cNvPr>
          <p:cNvSpPr>
            <a:spLocks noGrp="1"/>
          </p:cNvSpPr>
          <p:nvPr>
            <p:ph type="body" sz="quarter" idx="21"/>
          </p:nvPr>
        </p:nvSpPr>
        <p:spPr>
          <a:xfrm>
            <a:off x="9073133" y="2276475"/>
            <a:ext cx="2532063" cy="1600438"/>
          </a:xfrm>
        </p:spPr>
        <p:txBody>
          <a:bodyPr vert="horz" wrap="square" lIns="0" tIns="0" rIns="0" bIns="0" rtlCol="0">
            <a:spAutoFit/>
          </a:bodyPr>
          <a:lstStyle>
            <a:lvl1pPr>
              <a:defRPr lang="en-US" sz="1600">
                <a:latin typeface="+mn-lt"/>
              </a:defRPr>
            </a:lvl1pPr>
            <a:lvl2pPr>
              <a:defRPr lang="en-US" sz="1600">
                <a:latin typeface="+mn-lt"/>
              </a:defRPr>
            </a:lvl2pPr>
            <a:lvl3pPr>
              <a:defRPr lang="en-US" sz="1600">
                <a:latin typeface="+mn-lt"/>
              </a:defRPr>
            </a:lvl3pPr>
            <a:lvl4pPr>
              <a:defRPr lang="en-US" sz="1400">
                <a:latin typeface="+mn-lt"/>
              </a:defRPr>
            </a:lvl4pPr>
            <a:lvl5pPr>
              <a:defRPr lang="en-US" sz="1400" dirty="0">
                <a:latin typeface="+mn-lt"/>
              </a:defRPr>
            </a:lvl5pPr>
          </a:lstStyle>
          <a:p>
            <a:pPr marL="141288" lvl="0" indent="-141288"/>
            <a:r>
              <a:rPr lang="en-US"/>
              <a:t>Click to edit Master text styles</a:t>
            </a:r>
          </a:p>
          <a:p>
            <a:pPr marL="141288" lvl="1" indent="-141288"/>
            <a:r>
              <a:rPr lang="en-US"/>
              <a:t>Second level</a:t>
            </a:r>
          </a:p>
          <a:p>
            <a:pPr marL="141288" lvl="2" indent="-141288"/>
            <a:r>
              <a:rPr lang="en-US"/>
              <a:t>Third level</a:t>
            </a:r>
          </a:p>
          <a:p>
            <a:pPr marL="141288" lvl="3" indent="-141288"/>
            <a:r>
              <a:rPr lang="en-US"/>
              <a:t>Fourth level</a:t>
            </a:r>
          </a:p>
          <a:p>
            <a:pPr marL="141288" lvl="4" indent="-141288"/>
            <a:r>
              <a:rPr lang="en-US"/>
              <a:t>Fifth level</a:t>
            </a:r>
          </a:p>
        </p:txBody>
      </p:sp>
    </p:spTree>
    <p:extLst>
      <p:ext uri="{BB962C8B-B14F-4D97-AF65-F5344CB8AC3E}">
        <p14:creationId xmlns:p14="http://schemas.microsoft.com/office/powerpoint/2010/main" val="2801096839"/>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lvl1pPr>
              <a:defRPr>
                <a:solidFill>
                  <a:schemeClr val="tx2"/>
                </a:solidFill>
                <a:latin typeface="+mj-lt"/>
              </a:defRPr>
            </a:lvl1pPr>
          </a:lstStyle>
          <a:p>
            <a:r>
              <a:rPr lang="en-US"/>
              <a:t>Click to edit Master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4618228"/>
          </a:xfrm>
        </p:spPr>
        <p:txBody>
          <a:bodyPr/>
          <a:lstStyle>
            <a:lvl1pPr>
              <a:defRPr>
                <a:solidFill>
                  <a:schemeClr val="tx1"/>
                </a:solidFill>
                <a:latin typeface="+mn-lt"/>
              </a:defRPr>
            </a:lvl1pPr>
            <a:lvl2pPr>
              <a:defRPr>
                <a:solidFill>
                  <a:schemeClr val="tx1"/>
                </a:solidFill>
                <a:latin typeface="+mn-lt"/>
              </a:defRPr>
            </a:lvl2pPr>
            <a:lvl3pPr>
              <a:defRPr>
                <a:solidFill>
                  <a:schemeClr val="tx1"/>
                </a:solidFill>
                <a:latin typeface="+mn-lt"/>
              </a:defRPr>
            </a:lvl3pPr>
            <a:lvl4pPr>
              <a:defRPr>
                <a:solidFill>
                  <a:schemeClr val="tx1"/>
                </a:solidFill>
                <a:latin typeface="+mn-lt"/>
              </a:defRPr>
            </a:lvl4pPr>
            <a:lvl5pP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b="0" i="0">
                <a:solidFill>
                  <a:srgbClr val="A3A3A3"/>
                </a:solidFill>
                <a:latin typeface="Segoe UI" panose="020B0502040204020203" pitchFamily="34" charset="0"/>
              </a:rPr>
              <a:t>ELT layout</a:t>
            </a:r>
          </a:p>
        </p:txBody>
      </p:sp>
    </p:spTree>
    <p:extLst>
      <p:ext uri="{BB962C8B-B14F-4D97-AF65-F5344CB8AC3E}">
        <p14:creationId xmlns:p14="http://schemas.microsoft.com/office/powerpoint/2010/main" val="3224827369"/>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lvl1pPr>
              <a:defRPr>
                <a:latin typeface="+mj-lt"/>
              </a:defRPr>
            </a:lvl1pPr>
          </a:lstStyle>
          <a:p>
            <a:r>
              <a:rPr lang="en-US"/>
              <a:t>Click to edit Master title style</a:t>
            </a:r>
          </a:p>
        </p:txBody>
      </p:sp>
      <p:sp>
        <p:nvSpPr>
          <p:cNvPr id="4" name="Text Placeholder 3"/>
          <p:cNvSpPr>
            <a:spLocks noGrp="1"/>
          </p:cNvSpPr>
          <p:nvPr>
            <p:ph type="body" sz="quarter" idx="10"/>
          </p:nvPr>
        </p:nvSpPr>
        <p:spPr>
          <a:xfrm>
            <a:off x="586390" y="1434370"/>
            <a:ext cx="11018520" cy="1612749"/>
          </a:xfrm>
        </p:spPr>
        <p:txBody>
          <a:bodyPr wrap="square">
            <a:spAutoFit/>
          </a:bodyPr>
          <a:lstStyle>
            <a:lvl1pPr marL="0" indent="0">
              <a:buNone/>
              <a:defRPr>
                <a:latin typeface="+mn-lt"/>
              </a:defRPr>
            </a:lvl1pPr>
            <a:lvl2pPr marL="228600" indent="0">
              <a:buNone/>
              <a:defRPr>
                <a:latin typeface="+mn-lt"/>
              </a:defRPr>
            </a:lvl2pPr>
            <a:lvl3pPr marL="457200" indent="0">
              <a:buNone/>
              <a:defRPr>
                <a:latin typeface="+mn-lt"/>
              </a:defRPr>
            </a:lvl3pPr>
            <a:lvl4pPr marL="685800" indent="0">
              <a:buNone/>
              <a:defRPr>
                <a:latin typeface="+mn-lt"/>
              </a:defRPr>
            </a:lvl4pPr>
            <a:lvl5pPr marL="914400" indent="0">
              <a:buNone/>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96579812"/>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wo Column Bullet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lstStyle>
            <a:lvl1pPr>
              <a:defRPr>
                <a:solidFill>
                  <a:schemeClr val="tx2"/>
                </a:solidFill>
                <a:latin typeface="+mj-lt"/>
              </a:defRPr>
            </a:lvl1pPr>
          </a:lstStyle>
          <a:p>
            <a:r>
              <a:rPr lang="en-US"/>
              <a:t>Click to edit Master title style</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0" y="1435100"/>
            <a:ext cx="5211763" cy="4499356"/>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8">
            <a:extLst>
              <a:ext uri="{FF2B5EF4-FFF2-40B4-BE49-F238E27FC236}">
                <a16:creationId xmlns:a16="http://schemas.microsoft.com/office/drawing/2014/main" id="{CEC22105-78D6-4753-94FA-3DA949361A95}"/>
              </a:ext>
            </a:extLst>
          </p:cNvPr>
          <p:cNvSpPr>
            <a:spLocks noGrp="1"/>
          </p:cNvSpPr>
          <p:nvPr>
            <p:ph sz="quarter" idx="13"/>
          </p:nvPr>
        </p:nvSpPr>
        <p:spPr>
          <a:xfrm>
            <a:off x="6389688" y="1435100"/>
            <a:ext cx="5219700" cy="4499356"/>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5F6A123D-3A27-499F-9210-3E0D7CED39C6}"/>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b="0" i="0">
                <a:solidFill>
                  <a:srgbClr val="A3A3A3"/>
                </a:solidFill>
                <a:latin typeface="Segoe UI" panose="020B0502040204020203" pitchFamily="34" charset="0"/>
              </a:rPr>
              <a:t>ELT layout</a:t>
            </a:r>
          </a:p>
        </p:txBody>
      </p:sp>
    </p:spTree>
    <p:extLst>
      <p:ext uri="{BB962C8B-B14F-4D97-AF65-F5344CB8AC3E}">
        <p14:creationId xmlns:p14="http://schemas.microsoft.com/office/powerpoint/2010/main" val="1630914654"/>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6">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wo Column Non-bullete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lstStyle>
            <a:lvl1pPr>
              <a:defRPr>
                <a:solidFill>
                  <a:schemeClr val="tx2"/>
                </a:solidFill>
                <a:latin typeface="+mj-lt"/>
              </a:defRPr>
            </a:lvl1pPr>
          </a:lstStyle>
          <a:p>
            <a:r>
              <a:rPr lang="en-US"/>
              <a:t>Click to edit Master title style</a:t>
            </a:r>
          </a:p>
        </p:txBody>
      </p:sp>
      <p:sp>
        <p:nvSpPr>
          <p:cNvPr id="4" name="Text Placeholder 3"/>
          <p:cNvSpPr>
            <a:spLocks noGrp="1"/>
          </p:cNvSpPr>
          <p:nvPr>
            <p:ph type="body" sz="quarter" idx="10"/>
          </p:nvPr>
        </p:nvSpPr>
        <p:spPr>
          <a:xfrm>
            <a:off x="584200"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mn-lt"/>
                <a:cs typeface="Segoe UI" panose="020B0502040204020203" pitchFamily="34" charset="0"/>
              </a:defRPr>
            </a:lvl1pPr>
            <a:lvl2pPr marL="255588" indent="0">
              <a:buFont typeface="Wingdings" panose="05000000000000000000" pitchFamily="2" charset="2"/>
              <a:buNone/>
              <a:defRPr sz="2000" b="0">
                <a:latin typeface="+mn-lt"/>
              </a:defRPr>
            </a:lvl2pPr>
            <a:lvl3pPr marL="450850" indent="0">
              <a:buFont typeface="Wingdings" panose="05000000000000000000" pitchFamily="2" charset="2"/>
              <a:buNone/>
              <a:tabLst/>
              <a:defRPr sz="1600" b="0">
                <a:latin typeface="+mn-lt"/>
              </a:defRPr>
            </a:lvl3pPr>
            <a:lvl4pPr marL="652462" indent="0">
              <a:buFont typeface="Wingdings" panose="05000000000000000000" pitchFamily="2" charset="2"/>
              <a:buNone/>
              <a:defRPr sz="1400" b="0">
                <a:latin typeface="+mn-lt"/>
              </a:defRPr>
            </a:lvl4pPr>
            <a:lvl5pPr marL="854075" indent="0">
              <a:buFont typeface="Wingdings" panose="05000000000000000000" pitchFamily="2" charset="2"/>
              <a:buNone/>
              <a:tabLst/>
              <a:defRPr sz="1400" b="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3">
            <a:extLst>
              <a:ext uri="{FF2B5EF4-FFF2-40B4-BE49-F238E27FC236}">
                <a16:creationId xmlns:a16="http://schemas.microsoft.com/office/drawing/2014/main" id="{8E9CDCB4-03E1-4763-B83E-A1334BCDB0C0}"/>
              </a:ext>
            </a:extLst>
          </p:cNvPr>
          <p:cNvSpPr>
            <a:spLocks noGrp="1"/>
          </p:cNvSpPr>
          <p:nvPr>
            <p:ph type="body" sz="quarter" idx="12"/>
          </p:nvPr>
        </p:nvSpPr>
        <p:spPr>
          <a:xfrm>
            <a:off x="6397171"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mn-lt"/>
                <a:cs typeface="Segoe UI" panose="020B0502040204020203" pitchFamily="34" charset="0"/>
              </a:defRPr>
            </a:lvl1pPr>
            <a:lvl2pPr marL="255588" indent="0">
              <a:buFont typeface="Wingdings" panose="05000000000000000000" pitchFamily="2" charset="2"/>
              <a:buNone/>
              <a:defRPr sz="2000" b="0">
                <a:latin typeface="+mn-lt"/>
              </a:defRPr>
            </a:lvl2pPr>
            <a:lvl3pPr marL="450850" indent="0">
              <a:buFont typeface="Wingdings" panose="05000000000000000000" pitchFamily="2" charset="2"/>
              <a:buNone/>
              <a:tabLst/>
              <a:defRPr sz="1600" b="0">
                <a:latin typeface="+mn-lt"/>
              </a:defRPr>
            </a:lvl3pPr>
            <a:lvl4pPr marL="652462" indent="0">
              <a:buFont typeface="Wingdings" panose="05000000000000000000" pitchFamily="2" charset="2"/>
              <a:buNone/>
              <a:defRPr sz="1400" b="0">
                <a:latin typeface="+mn-lt"/>
              </a:defRPr>
            </a:lvl4pPr>
            <a:lvl5pPr marL="854075" indent="0">
              <a:buFont typeface="Wingdings" panose="05000000000000000000" pitchFamily="2" charset="2"/>
              <a:buNone/>
              <a:tabLst/>
              <a:defRPr sz="1400" b="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76242141"/>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2">
          <p15:clr>
            <a:srgbClr val="5ACBF0"/>
          </p15:clr>
        </p15:guide>
        <p15:guide id="3" orient="horz" pos="904">
          <p15:clr>
            <a:srgbClr val="5ACBF0"/>
          </p15:clr>
        </p15:guide>
        <p15:guide id="4" pos="3656">
          <p15:clr>
            <a:srgbClr val="5ACBF0"/>
          </p15:clr>
        </p15:guide>
        <p15:guide id="5" pos="4024">
          <p15:clr>
            <a:srgbClr val="5ACBF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wo Column Bullet with Subhead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spAutoFit/>
          </a:bodyPr>
          <a:lstStyle>
            <a:lvl1pPr>
              <a:defRPr>
                <a:solidFill>
                  <a:schemeClr val="tx2"/>
                </a:solidFill>
                <a:latin typeface="+mj-lt"/>
              </a:defRPr>
            </a:lvl1pPr>
          </a:lstStyle>
          <a:p>
            <a:r>
              <a:rPr lang="en-US"/>
              <a:t>Click to edit Master title style</a:t>
            </a:r>
          </a:p>
        </p:txBody>
      </p:sp>
      <p:sp>
        <p:nvSpPr>
          <p:cNvPr id="12" name="Text Placeholder 11">
            <a:extLst>
              <a:ext uri="{FF2B5EF4-FFF2-40B4-BE49-F238E27FC236}">
                <a16:creationId xmlns:a16="http://schemas.microsoft.com/office/drawing/2014/main" id="{DD525736-DEE8-4391-8135-23DE0640053A}"/>
              </a:ext>
            </a:extLst>
          </p:cNvPr>
          <p:cNvSpPr>
            <a:spLocks noGrp="1"/>
          </p:cNvSpPr>
          <p:nvPr>
            <p:ph type="body" sz="quarter" idx="16"/>
          </p:nvPr>
        </p:nvSpPr>
        <p:spPr>
          <a:xfrm>
            <a:off x="584200" y="1436688"/>
            <a:ext cx="5219700" cy="430887"/>
          </a:xfrm>
        </p:spPr>
        <p:txBody>
          <a:bodyPr anchor="t"/>
          <a:lstStyle>
            <a:lvl1pPr marL="0" indent="0">
              <a:spcBef>
                <a:spcPts val="0"/>
              </a:spcBef>
              <a:buNone/>
              <a:defRPr sz="2800" b="0" i="0">
                <a:solidFill>
                  <a:schemeClr val="tx2"/>
                </a:solidFill>
                <a:latin typeface="+mj-lt"/>
              </a:defRPr>
            </a:lvl1pPr>
          </a:lstStyle>
          <a:p>
            <a:pPr lvl="0"/>
            <a:r>
              <a:rPr lang="en-US"/>
              <a:t>Click to edit Master text styles</a:t>
            </a:r>
          </a:p>
        </p:txBody>
      </p:sp>
      <p:sp>
        <p:nvSpPr>
          <p:cNvPr id="8" name="Text Placeholder 7">
            <a:extLst>
              <a:ext uri="{FF2B5EF4-FFF2-40B4-BE49-F238E27FC236}">
                <a16:creationId xmlns:a16="http://schemas.microsoft.com/office/drawing/2014/main" id="{98E90344-0294-48E2-AAF0-601BB99500E7}"/>
              </a:ext>
            </a:extLst>
          </p:cNvPr>
          <p:cNvSpPr>
            <a:spLocks noGrp="1"/>
          </p:cNvSpPr>
          <p:nvPr>
            <p:ph type="body" sz="quarter" idx="14"/>
          </p:nvPr>
        </p:nvSpPr>
        <p:spPr>
          <a:xfrm>
            <a:off x="584200" y="2084388"/>
            <a:ext cx="5219700" cy="1612749"/>
          </a:xfrm>
        </p:spPr>
        <p:txBody>
          <a:bodyPr>
            <a:spAutoFit/>
          </a:bodyPr>
          <a:lstStyle>
            <a:lvl1pPr marL="171450" indent="-171450">
              <a:defRPr lang="en-US" sz="2400" dirty="0">
                <a:latin typeface="+mn-lt"/>
              </a:defRPr>
            </a:lvl1pPr>
            <a:lvl2pPr marL="342900" indent="-171450">
              <a:defRPr lang="en-US" dirty="0">
                <a:latin typeface="+mn-lt"/>
              </a:defRPr>
            </a:lvl2pPr>
            <a:lvl3pPr marL="514350" indent="-171450">
              <a:defRPr lang="en-US" dirty="0">
                <a:latin typeface="+mn-lt"/>
              </a:defRPr>
            </a:lvl3pPr>
            <a:lvl4pPr marL="666750" indent="-152400">
              <a:defRPr lang="en-US" dirty="0">
                <a:latin typeface="+mn-lt"/>
              </a:defRPr>
            </a:lvl4pPr>
            <a:lvl5pPr marL="793750" indent="-120650">
              <a:defRPr lang="en-US" dirty="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11">
            <a:extLst>
              <a:ext uri="{FF2B5EF4-FFF2-40B4-BE49-F238E27FC236}">
                <a16:creationId xmlns:a16="http://schemas.microsoft.com/office/drawing/2014/main" id="{B4F729D4-B1F1-45F2-A06A-40234B19C883}"/>
              </a:ext>
            </a:extLst>
          </p:cNvPr>
          <p:cNvSpPr>
            <a:spLocks noGrp="1"/>
          </p:cNvSpPr>
          <p:nvPr>
            <p:ph type="body" sz="quarter" idx="17"/>
          </p:nvPr>
        </p:nvSpPr>
        <p:spPr>
          <a:xfrm>
            <a:off x="6397625" y="1436688"/>
            <a:ext cx="5219700" cy="430887"/>
          </a:xfrm>
        </p:spPr>
        <p:txBody>
          <a:bodyPr anchor="t"/>
          <a:lstStyle>
            <a:lvl1pPr marL="0" indent="0">
              <a:spcBef>
                <a:spcPts val="0"/>
              </a:spcBef>
              <a:buNone/>
              <a:defRPr lang="en-US" sz="2800" b="0" i="0" kern="1200" spc="0" baseline="0" dirty="0">
                <a:solidFill>
                  <a:schemeClr val="tx2"/>
                </a:solidFill>
                <a:latin typeface="+mj-lt"/>
                <a:ea typeface="+mn-ea"/>
                <a:cs typeface="Segoe UI" panose="020B0502040204020203" pitchFamily="34" charset="0"/>
              </a:defRPr>
            </a:lvl1pPr>
          </a:lstStyle>
          <a:p>
            <a:pPr marL="0" marR="0" lvl="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pPr>
            <a:r>
              <a:rPr lang="en-US"/>
              <a:t>Click to edit Master text styles</a:t>
            </a:r>
          </a:p>
        </p:txBody>
      </p:sp>
      <p:sp>
        <p:nvSpPr>
          <p:cNvPr id="10" name="Text Placeholder 9">
            <a:extLst>
              <a:ext uri="{FF2B5EF4-FFF2-40B4-BE49-F238E27FC236}">
                <a16:creationId xmlns:a16="http://schemas.microsoft.com/office/drawing/2014/main" id="{D1F896FB-325C-4849-B372-8DF0D6C0562C}"/>
              </a:ext>
            </a:extLst>
          </p:cNvPr>
          <p:cNvSpPr>
            <a:spLocks noGrp="1"/>
          </p:cNvSpPr>
          <p:nvPr>
            <p:ph type="body" sz="quarter" idx="15"/>
          </p:nvPr>
        </p:nvSpPr>
        <p:spPr>
          <a:xfrm>
            <a:off x="6397625" y="2084388"/>
            <a:ext cx="5219700" cy="1612749"/>
          </a:xfrm>
        </p:spPr>
        <p:txBody>
          <a:bodyPr>
            <a:spAutoFit/>
          </a:bodyPr>
          <a:lstStyle>
            <a:lvl1pPr marL="171450" indent="-171450">
              <a:defRPr lang="en-US" sz="2400" dirty="0">
                <a:latin typeface="+mn-lt"/>
              </a:defRPr>
            </a:lvl1pPr>
            <a:lvl2pPr marL="342900" indent="-171450">
              <a:defRPr lang="en-US" dirty="0">
                <a:latin typeface="+mn-lt"/>
              </a:defRPr>
            </a:lvl2pPr>
            <a:lvl3pPr marL="514350" indent="-171450">
              <a:defRPr lang="en-US" dirty="0">
                <a:latin typeface="+mn-lt"/>
              </a:defRPr>
            </a:lvl3pPr>
            <a:lvl4pPr marL="685800" indent="-136525">
              <a:defRPr lang="en-US" dirty="0">
                <a:latin typeface="+mn-lt"/>
              </a:defRPr>
            </a:lvl4pPr>
            <a:lvl5pPr marL="793750" indent="-120650">
              <a:defRPr lang="en-US" dirty="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86131084"/>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311">
          <p15:clr>
            <a:srgbClr val="5ACBF0"/>
          </p15:clr>
        </p15:guide>
        <p15:guide id="4" pos="3656">
          <p15:clr>
            <a:srgbClr val="5ACBF0"/>
          </p15:clr>
        </p15:guide>
        <p15:guide id="5" pos="4024">
          <p15:clr>
            <a:srgbClr val="5ACBF0"/>
          </p15:clr>
        </p15:guide>
        <p15:guide id="7" orient="horz" pos="905">
          <p15:clr>
            <a:srgbClr val="5ACBF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wo Column Content with Subhead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spAutoFit/>
          </a:bodyPr>
          <a:lstStyle>
            <a:lvl1pPr>
              <a:defRPr>
                <a:solidFill>
                  <a:schemeClr val="tx2"/>
                </a:solidFill>
                <a:latin typeface="+mj-lt"/>
              </a:defRPr>
            </a:lvl1pPr>
          </a:lstStyle>
          <a:p>
            <a:r>
              <a:rPr lang="en-US"/>
              <a:t>Click to edit Master title style</a:t>
            </a:r>
          </a:p>
        </p:txBody>
      </p:sp>
      <p:sp>
        <p:nvSpPr>
          <p:cNvPr id="18" name="Text Placeholder 11">
            <a:extLst>
              <a:ext uri="{FF2B5EF4-FFF2-40B4-BE49-F238E27FC236}">
                <a16:creationId xmlns:a16="http://schemas.microsoft.com/office/drawing/2014/main" id="{C2759870-0BEA-44DC-A414-1C70D04E35CC}"/>
              </a:ext>
            </a:extLst>
          </p:cNvPr>
          <p:cNvSpPr>
            <a:spLocks noGrp="1"/>
          </p:cNvSpPr>
          <p:nvPr>
            <p:ph type="body" sz="quarter" idx="16"/>
          </p:nvPr>
        </p:nvSpPr>
        <p:spPr>
          <a:xfrm>
            <a:off x="584200" y="1436688"/>
            <a:ext cx="5219700" cy="430887"/>
          </a:xfrm>
        </p:spPr>
        <p:txBody>
          <a:bodyPr anchor="t"/>
          <a:lstStyle>
            <a:lvl1pPr marL="0" indent="0">
              <a:spcBef>
                <a:spcPts val="0"/>
              </a:spcBef>
              <a:buNone/>
              <a:defRPr sz="2800" b="0" i="0">
                <a:solidFill>
                  <a:schemeClr val="tx2"/>
                </a:solidFill>
                <a:latin typeface="+mj-lt"/>
              </a:defRPr>
            </a:lvl1pPr>
          </a:lstStyle>
          <a:p>
            <a:pPr lvl="0"/>
            <a:r>
              <a:rPr lang="en-US"/>
              <a:t>Click to edit Master text styles</a:t>
            </a:r>
          </a:p>
        </p:txBody>
      </p:sp>
      <p:sp>
        <p:nvSpPr>
          <p:cNvPr id="15" name="Content Placeholder 14">
            <a:extLst>
              <a:ext uri="{FF2B5EF4-FFF2-40B4-BE49-F238E27FC236}">
                <a16:creationId xmlns:a16="http://schemas.microsoft.com/office/drawing/2014/main" id="{BFEF95FA-F121-4653-B60A-0D068C345462}"/>
              </a:ext>
            </a:extLst>
          </p:cNvPr>
          <p:cNvSpPr>
            <a:spLocks noGrp="1"/>
          </p:cNvSpPr>
          <p:nvPr>
            <p:ph sz="quarter" idx="11"/>
          </p:nvPr>
        </p:nvSpPr>
        <p:spPr>
          <a:xfrm>
            <a:off x="588963" y="2081212"/>
            <a:ext cx="5214937" cy="3972116"/>
          </a:xfrm>
        </p:spPr>
        <p:txBody>
          <a:bodyPr/>
          <a:lstStyle>
            <a:lvl1pPr>
              <a:defRPr sz="2400">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11">
            <a:extLst>
              <a:ext uri="{FF2B5EF4-FFF2-40B4-BE49-F238E27FC236}">
                <a16:creationId xmlns:a16="http://schemas.microsoft.com/office/drawing/2014/main" id="{C327262A-D327-4189-AD22-BAD67CF4AB79}"/>
              </a:ext>
            </a:extLst>
          </p:cNvPr>
          <p:cNvSpPr>
            <a:spLocks noGrp="1"/>
          </p:cNvSpPr>
          <p:nvPr>
            <p:ph type="body" sz="quarter" idx="17"/>
          </p:nvPr>
        </p:nvSpPr>
        <p:spPr>
          <a:xfrm>
            <a:off x="6397625" y="1436688"/>
            <a:ext cx="5219700" cy="430887"/>
          </a:xfrm>
        </p:spPr>
        <p:txBody>
          <a:bodyPr anchor="t"/>
          <a:lstStyle>
            <a:lvl1pPr marL="0" indent="0">
              <a:spcBef>
                <a:spcPts val="0"/>
              </a:spcBef>
              <a:buNone/>
              <a:defRPr lang="en-US" sz="2800" b="0" i="0" kern="1200" spc="0" baseline="0" dirty="0">
                <a:solidFill>
                  <a:schemeClr val="tx2"/>
                </a:solidFill>
                <a:latin typeface="+mj-lt"/>
                <a:ea typeface="+mn-ea"/>
                <a:cs typeface="Segoe UI" panose="020B0502040204020203" pitchFamily="34" charset="0"/>
              </a:defRPr>
            </a:lvl1pPr>
          </a:lstStyle>
          <a:p>
            <a:pPr marL="0" marR="0" lvl="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pPr>
            <a:r>
              <a:rPr lang="en-US"/>
              <a:t>Click to edit Master text styles</a:t>
            </a:r>
          </a:p>
        </p:txBody>
      </p:sp>
      <p:sp>
        <p:nvSpPr>
          <p:cNvPr id="17" name="Content Placeholder 14">
            <a:extLst>
              <a:ext uri="{FF2B5EF4-FFF2-40B4-BE49-F238E27FC236}">
                <a16:creationId xmlns:a16="http://schemas.microsoft.com/office/drawing/2014/main" id="{47F8EAA9-0E64-4589-A234-BC31685BE7D3}"/>
              </a:ext>
            </a:extLst>
          </p:cNvPr>
          <p:cNvSpPr>
            <a:spLocks noGrp="1"/>
          </p:cNvSpPr>
          <p:nvPr>
            <p:ph sz="quarter" idx="13"/>
          </p:nvPr>
        </p:nvSpPr>
        <p:spPr>
          <a:xfrm>
            <a:off x="6394451" y="2081212"/>
            <a:ext cx="5214937" cy="3972116"/>
          </a:xfrm>
        </p:spPr>
        <p:txBody>
          <a:bodyPr/>
          <a:lstStyle>
            <a:lvl1pPr>
              <a:defRPr sz="2400">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Box 2">
            <a:extLst>
              <a:ext uri="{FF2B5EF4-FFF2-40B4-BE49-F238E27FC236}">
                <a16:creationId xmlns:a16="http://schemas.microsoft.com/office/drawing/2014/main" id="{CFADFBB8-E1C1-D5AB-8154-CBA2D9EFB6B9}"/>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b="0" i="0">
                <a:solidFill>
                  <a:srgbClr val="A3A3A3"/>
                </a:solidFill>
                <a:latin typeface="Segoe UI" panose="020B0502040204020203" pitchFamily="34" charset="0"/>
              </a:rPr>
              <a:t>ELT layout</a:t>
            </a:r>
          </a:p>
        </p:txBody>
      </p:sp>
    </p:spTree>
    <p:extLst>
      <p:ext uri="{BB962C8B-B14F-4D97-AF65-F5344CB8AC3E}">
        <p14:creationId xmlns:p14="http://schemas.microsoft.com/office/powerpoint/2010/main" val="1656897228"/>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311">
          <p15:clr>
            <a:srgbClr val="5ACBF0"/>
          </p15:clr>
        </p15:guide>
        <p15:guide id="4" pos="3656">
          <p15:clr>
            <a:srgbClr val="5ACBF0"/>
          </p15:clr>
        </p15:guide>
        <p15:guide id="5" pos="4024">
          <p15:clr>
            <a:srgbClr val="5ACBF0"/>
          </p15:clr>
        </p15:guide>
        <p15:guide id="7" orient="horz" pos="905">
          <p15:clr>
            <a:srgbClr val="5ACBF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hree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553998"/>
          </a:xfrm>
        </p:spPr>
        <p:txBody>
          <a:bodyPr>
            <a:spAutoFit/>
          </a:bodyPr>
          <a:lstStyle>
            <a:lvl1pPr>
              <a:defRPr>
                <a:solidFill>
                  <a:schemeClr val="tx2"/>
                </a:solidFill>
                <a:latin typeface="+mj-lt"/>
              </a:defRPr>
            </a:lvl1pPr>
          </a:lstStyle>
          <a:p>
            <a:r>
              <a:rPr lang="en-US"/>
              <a:t>Click to edit Master title style</a:t>
            </a:r>
          </a:p>
        </p:txBody>
      </p:sp>
      <p:sp>
        <p:nvSpPr>
          <p:cNvPr id="19" name="Text Placeholder 11">
            <a:extLst>
              <a:ext uri="{FF2B5EF4-FFF2-40B4-BE49-F238E27FC236}">
                <a16:creationId xmlns:a16="http://schemas.microsoft.com/office/drawing/2014/main" id="{CB20F198-3776-433D-85A8-C2B6AC6235FF}"/>
              </a:ext>
            </a:extLst>
          </p:cNvPr>
          <p:cNvSpPr>
            <a:spLocks noGrp="1"/>
          </p:cNvSpPr>
          <p:nvPr>
            <p:ph type="body" sz="quarter" idx="16"/>
          </p:nvPr>
        </p:nvSpPr>
        <p:spPr>
          <a:xfrm>
            <a:off x="585217" y="1438275"/>
            <a:ext cx="3264408" cy="677108"/>
          </a:xfrm>
        </p:spPr>
        <p:txBody>
          <a:bodyPr anchor="t"/>
          <a:lstStyle>
            <a:lvl1pPr marL="0" indent="0">
              <a:spcBef>
                <a:spcPts val="0"/>
              </a:spcBef>
              <a:buNone/>
              <a:defRPr sz="2200" b="0" i="0">
                <a:solidFill>
                  <a:schemeClr val="tx2"/>
                </a:solidFill>
                <a:latin typeface="+mj-lt"/>
              </a:defRPr>
            </a:lvl1pPr>
          </a:lstStyle>
          <a:p>
            <a:pPr lvl="0"/>
            <a:r>
              <a:rPr lang="en-US"/>
              <a:t>Click to edit Master text styles</a:t>
            </a:r>
          </a:p>
        </p:txBody>
      </p:sp>
      <p:sp>
        <p:nvSpPr>
          <p:cNvPr id="20" name="Text Placeholder 7">
            <a:extLst>
              <a:ext uri="{FF2B5EF4-FFF2-40B4-BE49-F238E27FC236}">
                <a16:creationId xmlns:a16="http://schemas.microsoft.com/office/drawing/2014/main" id="{97BC59AA-6CF8-4091-8008-21AA9AD8E8B5}"/>
              </a:ext>
            </a:extLst>
          </p:cNvPr>
          <p:cNvSpPr>
            <a:spLocks noGrp="1"/>
          </p:cNvSpPr>
          <p:nvPr>
            <p:ph type="body" sz="quarter" idx="14"/>
          </p:nvPr>
        </p:nvSpPr>
        <p:spPr>
          <a:xfrm>
            <a:off x="585217" y="2390775"/>
            <a:ext cx="3264408" cy="1760482"/>
          </a:xfrm>
        </p:spPr>
        <p:txBody>
          <a:bodyPr wrap="square">
            <a:spAutoFit/>
          </a:bodyPr>
          <a:lstStyle>
            <a:lvl1pPr marL="176213" indent="-176213">
              <a:defRPr lang="en-US" sz="2000" dirty="0">
                <a:latin typeface="+mn-lt"/>
              </a:defRPr>
            </a:lvl1pPr>
            <a:lvl2pPr marL="322263" indent="-150813">
              <a:defRPr lang="en-US" sz="1800" dirty="0">
                <a:latin typeface="+mn-lt"/>
              </a:defRPr>
            </a:lvl2pPr>
            <a:lvl3pPr marL="466725" indent="-138113">
              <a:defRPr lang="en-US" dirty="0">
                <a:latin typeface="+mn-lt"/>
              </a:defRPr>
            </a:lvl3pPr>
            <a:lvl4pPr marL="595313" indent="-128588">
              <a:defRPr lang="en-US" dirty="0">
                <a:latin typeface="+mn-lt"/>
              </a:defRPr>
            </a:lvl4pPr>
            <a:lvl5pPr marL="731838" indent="-122238">
              <a:defRPr lang="en-US" dirty="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11">
            <a:extLst>
              <a:ext uri="{FF2B5EF4-FFF2-40B4-BE49-F238E27FC236}">
                <a16:creationId xmlns:a16="http://schemas.microsoft.com/office/drawing/2014/main" id="{BECED387-BA3E-49B2-8F1E-0E371E09E0A4}"/>
              </a:ext>
            </a:extLst>
          </p:cNvPr>
          <p:cNvSpPr>
            <a:spLocks noGrp="1"/>
          </p:cNvSpPr>
          <p:nvPr>
            <p:ph type="body" sz="quarter" idx="17"/>
          </p:nvPr>
        </p:nvSpPr>
        <p:spPr>
          <a:xfrm>
            <a:off x="4463796" y="1438275"/>
            <a:ext cx="3264408" cy="677108"/>
          </a:xfrm>
        </p:spPr>
        <p:txBody>
          <a:bodyPr anchor="t"/>
          <a:lstStyle>
            <a:lvl1pPr marL="0" indent="0">
              <a:spcBef>
                <a:spcPts val="0"/>
              </a:spcBef>
              <a:buNone/>
              <a:defRPr lang="en-US" sz="2200" b="0" i="0" kern="1200" spc="0" baseline="0" dirty="0">
                <a:solidFill>
                  <a:schemeClr val="tx2"/>
                </a:solidFill>
                <a:latin typeface="+mj-lt"/>
                <a:ea typeface="+mn-ea"/>
                <a:cs typeface="Segoe UI" panose="020B0502040204020203" pitchFamily="34" charset="0"/>
              </a:defRPr>
            </a:lvl1pPr>
          </a:lstStyle>
          <a:p>
            <a:pPr marL="0" marR="0" lvl="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pPr>
            <a:r>
              <a:rPr lang="en-US"/>
              <a:t>Click to edit Master text styles</a:t>
            </a:r>
          </a:p>
        </p:txBody>
      </p:sp>
      <p:sp>
        <p:nvSpPr>
          <p:cNvPr id="22" name="Text Placeholder 9">
            <a:extLst>
              <a:ext uri="{FF2B5EF4-FFF2-40B4-BE49-F238E27FC236}">
                <a16:creationId xmlns:a16="http://schemas.microsoft.com/office/drawing/2014/main" id="{6B26A1CD-81F9-4C2F-896F-E69757C6658C}"/>
              </a:ext>
            </a:extLst>
          </p:cNvPr>
          <p:cNvSpPr>
            <a:spLocks noGrp="1"/>
          </p:cNvSpPr>
          <p:nvPr>
            <p:ph type="body" sz="quarter" idx="15"/>
          </p:nvPr>
        </p:nvSpPr>
        <p:spPr>
          <a:xfrm>
            <a:off x="4463796" y="2384135"/>
            <a:ext cx="3264408" cy="1760482"/>
          </a:xfrm>
        </p:spPr>
        <p:txBody>
          <a:bodyPr wrap="square">
            <a:spAutoFit/>
          </a:bodyPr>
          <a:lstStyle>
            <a:lvl1pPr marL="176213" indent="-176213">
              <a:defRPr lang="en-US" sz="2000" dirty="0">
                <a:latin typeface="+mn-lt"/>
              </a:defRPr>
            </a:lvl1pPr>
            <a:lvl2pPr marL="398463" indent="-169863">
              <a:defRPr lang="en-US" sz="1800" dirty="0">
                <a:latin typeface="+mn-lt"/>
              </a:defRPr>
            </a:lvl2pPr>
            <a:lvl3pPr marL="555625" indent="-157163">
              <a:defRPr lang="en-US" dirty="0">
                <a:latin typeface="+mn-lt"/>
              </a:defRPr>
            </a:lvl3pPr>
            <a:lvl4pPr marL="685800" indent="-136525">
              <a:defRPr lang="en-US" dirty="0">
                <a:latin typeface="+mn-lt"/>
              </a:defRPr>
            </a:lvl4pPr>
            <a:lvl5pPr marL="800100" indent="-111125">
              <a:defRPr lang="en-US" dirty="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11">
            <a:extLst>
              <a:ext uri="{FF2B5EF4-FFF2-40B4-BE49-F238E27FC236}">
                <a16:creationId xmlns:a16="http://schemas.microsoft.com/office/drawing/2014/main" id="{79263A4B-A9A8-4CE5-96A8-6F6EC365E512}"/>
              </a:ext>
            </a:extLst>
          </p:cNvPr>
          <p:cNvSpPr>
            <a:spLocks noGrp="1"/>
          </p:cNvSpPr>
          <p:nvPr>
            <p:ph type="body" sz="quarter" idx="18"/>
          </p:nvPr>
        </p:nvSpPr>
        <p:spPr>
          <a:xfrm>
            <a:off x="8342375" y="1438275"/>
            <a:ext cx="3264408" cy="677108"/>
          </a:xfrm>
        </p:spPr>
        <p:txBody>
          <a:bodyPr anchor="t"/>
          <a:lstStyle>
            <a:lvl1pPr marL="0" indent="0">
              <a:spcBef>
                <a:spcPts val="0"/>
              </a:spcBef>
              <a:buNone/>
              <a:defRPr lang="en-US" sz="2200" b="0" i="0" kern="1200" spc="0" baseline="0" dirty="0">
                <a:solidFill>
                  <a:schemeClr val="tx2"/>
                </a:solidFill>
                <a:latin typeface="+mj-lt"/>
                <a:ea typeface="+mn-ea"/>
                <a:cs typeface="Segoe UI" panose="020B0502040204020203" pitchFamily="34" charset="0"/>
              </a:defRPr>
            </a:lvl1pPr>
          </a:lstStyle>
          <a:p>
            <a:pPr marL="0" marR="0" lvl="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pPr>
            <a:r>
              <a:rPr lang="en-US"/>
              <a:t>Click to edit Master text styles</a:t>
            </a:r>
          </a:p>
        </p:txBody>
      </p:sp>
      <p:sp>
        <p:nvSpPr>
          <p:cNvPr id="24" name="Text Placeholder 7">
            <a:extLst>
              <a:ext uri="{FF2B5EF4-FFF2-40B4-BE49-F238E27FC236}">
                <a16:creationId xmlns:a16="http://schemas.microsoft.com/office/drawing/2014/main" id="{2205743D-F71A-4647-9BE4-2900BDA2582B}"/>
              </a:ext>
            </a:extLst>
          </p:cNvPr>
          <p:cNvSpPr>
            <a:spLocks noGrp="1"/>
          </p:cNvSpPr>
          <p:nvPr>
            <p:ph type="body" sz="quarter" idx="19"/>
          </p:nvPr>
        </p:nvSpPr>
        <p:spPr>
          <a:xfrm>
            <a:off x="8342375" y="2390775"/>
            <a:ext cx="3264408" cy="1760482"/>
          </a:xfrm>
        </p:spPr>
        <p:txBody>
          <a:bodyPr wrap="square">
            <a:spAutoFit/>
          </a:bodyPr>
          <a:lstStyle>
            <a:lvl1pPr marL="176213" indent="-176213">
              <a:defRPr lang="en-US" sz="2000" dirty="0">
                <a:latin typeface="+mn-lt"/>
              </a:defRPr>
            </a:lvl1pPr>
            <a:lvl2pPr marL="398463" indent="-169863">
              <a:defRPr lang="en-US" sz="1800" dirty="0">
                <a:latin typeface="+mn-lt"/>
              </a:defRPr>
            </a:lvl2pPr>
            <a:lvl3pPr marL="555625" indent="-157163">
              <a:defRPr lang="en-US" dirty="0">
                <a:latin typeface="+mn-lt"/>
              </a:defRPr>
            </a:lvl3pPr>
            <a:lvl4pPr marL="685800" indent="-136525">
              <a:defRPr lang="en-US" dirty="0">
                <a:latin typeface="+mn-lt"/>
              </a:defRPr>
            </a:lvl4pPr>
            <a:lvl5pPr marL="800100" indent="-111125">
              <a:defRPr lang="en-US" dirty="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77113435"/>
      </p:ext>
    </p:extLst>
  </p:cSld>
  <p:clrMapOvr>
    <a:masterClrMapping/>
  </p:clrMapOvr>
  <p:transition>
    <p:fade/>
  </p:transition>
  <p:extLst>
    <p:ext uri="{DCECCB84-F9BA-43D5-87BE-67443E8EF086}">
      <p15:sldGuideLst xmlns:p15="http://schemas.microsoft.com/office/powerpoint/2012/main">
        <p15:guide id="3" orient="horz" pos="1506">
          <p15:clr>
            <a:srgbClr val="5ACBF0"/>
          </p15:clr>
        </p15:guide>
        <p15:guide id="4" orient="horz" pos="906">
          <p15:clr>
            <a:srgbClr val="5ACBF0"/>
          </p15:clr>
        </p15:guide>
        <p15:guide id="5" orient="horz" pos="288">
          <p15:clr>
            <a:srgbClr val="5ACBF0"/>
          </p15:clr>
        </p15:guide>
        <p15:guide id="6" pos="2430">
          <p15:clr>
            <a:srgbClr val="5ACBF0"/>
          </p15:clr>
        </p15:guide>
        <p15:guide id="7" pos="2832" userDrawn="1">
          <p15:clr>
            <a:srgbClr val="5ACBF0"/>
          </p15:clr>
        </p15:guide>
        <p15:guide id="8" pos="4871">
          <p15:clr>
            <a:srgbClr val="5ACBF0"/>
          </p15:clr>
        </p15:guide>
        <p15:guide id="9" pos="5251">
          <p15:clr>
            <a:srgbClr val="5ACBF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Four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spAutoFit/>
          </a:bodyPr>
          <a:lstStyle>
            <a:lvl1pPr>
              <a:defRPr>
                <a:solidFill>
                  <a:schemeClr val="tx2"/>
                </a:solidFill>
                <a:latin typeface="+mj-lt"/>
              </a:defRPr>
            </a:lvl1pPr>
          </a:lstStyle>
          <a:p>
            <a:r>
              <a:rPr lang="en-US"/>
              <a:t>Click to edit Master title style</a:t>
            </a:r>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p:nvPr>
        </p:nvSpPr>
        <p:spPr>
          <a:xfrm>
            <a:off x="584200" y="1438275"/>
            <a:ext cx="2532063" cy="553998"/>
          </a:xfrm>
        </p:spPr>
        <p:txBody>
          <a:bodyPr anchor="t"/>
          <a:lstStyle>
            <a:lvl1pPr marL="0" indent="0">
              <a:spcBef>
                <a:spcPts val="0"/>
              </a:spcBef>
              <a:buNone/>
              <a:defRPr sz="1800" b="0" i="0">
                <a:solidFill>
                  <a:schemeClr val="tx2"/>
                </a:solidFill>
                <a:latin typeface="+mj-lt"/>
              </a:defRPr>
            </a:lvl1pPr>
          </a:lstStyle>
          <a:p>
            <a:pPr lvl="0"/>
            <a:r>
              <a:rPr lang="en-US"/>
              <a:t>Click to edit Master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283115"/>
            <a:ext cx="2532063" cy="1698927"/>
          </a:xfrm>
        </p:spPr>
        <p:txBody>
          <a:bodyPr wrap="square">
            <a:spAutoFit/>
          </a:bodyPr>
          <a:lstStyle>
            <a:lvl1pPr marL="141288" indent="-141288">
              <a:defRPr lang="en-US" sz="1800" dirty="0">
                <a:latin typeface="+mn-lt"/>
              </a:defRPr>
            </a:lvl1pPr>
            <a:lvl2pPr marL="285750" indent="-125413">
              <a:defRPr lang="en-US" sz="1600" dirty="0">
                <a:latin typeface="+mn-lt"/>
              </a:defRPr>
            </a:lvl2pPr>
            <a:lvl3pPr marL="438150" indent="-133350">
              <a:defRPr lang="en-US" dirty="0">
                <a:latin typeface="+mn-lt"/>
              </a:defRPr>
            </a:lvl3pPr>
            <a:lvl4pPr marL="566738" indent="-114300">
              <a:defRPr lang="en-US" dirty="0">
                <a:latin typeface="+mn-lt"/>
              </a:defRPr>
            </a:lvl4pPr>
            <a:lvl5pPr marL="685800" indent="-109538">
              <a:defRPr lang="en-US" dirty="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p:nvPr>
        </p:nvSpPr>
        <p:spPr>
          <a:xfrm>
            <a:off x="3413125" y="1438275"/>
            <a:ext cx="2533650" cy="553998"/>
          </a:xfrm>
        </p:spPr>
        <p:txBody>
          <a:bodyPr vert="horz" wrap="square" lIns="0" tIns="0" rIns="0" bIns="0" rtlCol="0" anchor="t">
            <a:spAutoFit/>
          </a:bodyPr>
          <a:lstStyle>
            <a:lvl1pPr>
              <a:defRPr lang="en-US" sz="1800" b="0" i="0" kern="1200" spc="0" baseline="0" dirty="0">
                <a:solidFill>
                  <a:schemeClr val="tx2"/>
                </a:solidFill>
                <a:latin typeface="+mj-lt"/>
                <a:ea typeface="+mn-ea"/>
                <a:cs typeface="Segoe UI" panose="020B0502040204020203" pitchFamily="34" charset="0"/>
              </a:defRPr>
            </a:lvl1pPr>
          </a:lstStyle>
          <a:p>
            <a:pPr marL="0" marR="0" lvl="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pPr>
            <a:r>
              <a:rPr lang="en-US"/>
              <a:t>Click to edit Master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3413125" y="2276475"/>
            <a:ext cx="2532063" cy="1698927"/>
          </a:xfrm>
        </p:spPr>
        <p:txBody>
          <a:bodyPr wrap="square">
            <a:spAutoFit/>
          </a:bodyPr>
          <a:lstStyle>
            <a:lvl1pPr marL="141288" indent="-141288">
              <a:defRPr lang="en-US" sz="1800" dirty="0">
                <a:latin typeface="+mn-lt"/>
              </a:defRPr>
            </a:lvl1pPr>
            <a:lvl2pPr marL="285750" indent="-125413">
              <a:defRPr lang="en-US" sz="1600" dirty="0">
                <a:latin typeface="+mn-lt"/>
              </a:defRPr>
            </a:lvl2pPr>
            <a:lvl3pPr marL="438150" indent="-133350">
              <a:defRPr lang="en-US" dirty="0">
                <a:latin typeface="+mn-lt"/>
              </a:defRPr>
            </a:lvl3pPr>
            <a:lvl4pPr marL="566738" indent="-114300">
              <a:defRPr lang="en-US" dirty="0">
                <a:latin typeface="+mn-lt"/>
              </a:defRPr>
            </a:lvl4pPr>
            <a:lvl5pPr marL="685800" indent="-109538">
              <a:defRPr lang="en-US" dirty="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p:nvPr>
        </p:nvSpPr>
        <p:spPr>
          <a:xfrm>
            <a:off x="6244208" y="1438275"/>
            <a:ext cx="2532063" cy="553998"/>
          </a:xfrm>
        </p:spPr>
        <p:txBody>
          <a:bodyPr vert="horz" wrap="square" lIns="0" tIns="0" rIns="0" bIns="0" rtlCol="0" anchor="t">
            <a:spAutoFit/>
          </a:bodyPr>
          <a:lstStyle>
            <a:lvl1pPr>
              <a:defRPr lang="en-US" sz="1800" b="0" i="0" kern="1200" spc="0" baseline="0" dirty="0">
                <a:solidFill>
                  <a:schemeClr val="tx2"/>
                </a:solidFill>
                <a:latin typeface="+mj-lt"/>
                <a:ea typeface="+mn-ea"/>
                <a:cs typeface="Segoe UI" panose="020B0502040204020203" pitchFamily="34" charset="0"/>
              </a:defRPr>
            </a:lvl1pPr>
          </a:lstStyle>
          <a:p>
            <a:pPr marL="0" marR="0" lvl="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pPr>
            <a:r>
              <a:rPr lang="en-US"/>
              <a:t>Click to edit Master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6244208" y="2283115"/>
            <a:ext cx="2532063" cy="1698927"/>
          </a:xfrm>
        </p:spPr>
        <p:txBody>
          <a:bodyPr wrap="square">
            <a:spAutoFit/>
          </a:bodyPr>
          <a:lstStyle>
            <a:lvl1pPr marL="141288" indent="-141288">
              <a:defRPr lang="en-US" sz="1800" dirty="0">
                <a:latin typeface="+mn-lt"/>
              </a:defRPr>
            </a:lvl1pPr>
            <a:lvl2pPr marL="285750" indent="-125413">
              <a:defRPr lang="en-US" sz="1600" dirty="0">
                <a:latin typeface="+mn-lt"/>
              </a:defRPr>
            </a:lvl2pPr>
            <a:lvl3pPr marL="438150" indent="-133350">
              <a:defRPr lang="en-US" dirty="0">
                <a:latin typeface="+mn-lt"/>
              </a:defRPr>
            </a:lvl3pPr>
            <a:lvl4pPr marL="566738" indent="-114300">
              <a:defRPr lang="en-US" dirty="0">
                <a:latin typeface="+mn-lt"/>
              </a:defRPr>
            </a:lvl4pPr>
            <a:lvl5pPr marL="685800" indent="-109538">
              <a:defRPr lang="en-US" dirty="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p:nvPr>
        </p:nvSpPr>
        <p:spPr>
          <a:xfrm>
            <a:off x="9073133" y="1438275"/>
            <a:ext cx="2533650" cy="553998"/>
          </a:xfrm>
        </p:spPr>
        <p:txBody>
          <a:bodyPr vert="horz" wrap="square" lIns="0" tIns="0" rIns="0" bIns="0" rtlCol="0" anchor="t">
            <a:spAutoFit/>
          </a:bodyPr>
          <a:lstStyle>
            <a:lvl1pPr>
              <a:defRPr lang="en-US" sz="1800" b="0" i="0" kern="1200" spc="0" baseline="0" dirty="0">
                <a:solidFill>
                  <a:schemeClr val="tx2"/>
                </a:solidFill>
                <a:latin typeface="+mj-lt"/>
                <a:ea typeface="+mn-ea"/>
                <a:cs typeface="Segoe UI" panose="020B0502040204020203" pitchFamily="34" charset="0"/>
              </a:defRPr>
            </a:lvl1pPr>
          </a:lstStyle>
          <a:p>
            <a:pPr marL="0" marR="0" lvl="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pPr>
            <a:r>
              <a:rPr lang="en-US"/>
              <a:t>Click to edit Master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9073133" y="2276475"/>
            <a:ext cx="2532063" cy="1698927"/>
          </a:xfrm>
        </p:spPr>
        <p:txBody>
          <a:bodyPr wrap="square">
            <a:spAutoFit/>
          </a:bodyPr>
          <a:lstStyle>
            <a:lvl1pPr marL="141288" indent="-141288">
              <a:defRPr lang="en-US" sz="1800" dirty="0">
                <a:latin typeface="+mn-lt"/>
              </a:defRPr>
            </a:lvl1pPr>
            <a:lvl2pPr marL="285750" indent="-125413">
              <a:defRPr lang="en-US" sz="1600" dirty="0">
                <a:latin typeface="+mn-lt"/>
              </a:defRPr>
            </a:lvl2pPr>
            <a:lvl3pPr marL="438150" indent="-133350">
              <a:defRPr lang="en-US" dirty="0">
                <a:latin typeface="+mn-lt"/>
              </a:defRPr>
            </a:lvl3pPr>
            <a:lvl4pPr marL="566738" indent="-114300">
              <a:defRPr lang="en-US" dirty="0">
                <a:latin typeface="+mn-lt"/>
              </a:defRPr>
            </a:lvl4pPr>
            <a:lvl5pPr marL="685800" indent="-109538">
              <a:defRPr lang="en-US" dirty="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45265676"/>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1436">
          <p15:clr>
            <a:srgbClr val="5ACBF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Five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spAutoFit/>
          </a:bodyPr>
          <a:lstStyle>
            <a:lvl1pPr>
              <a:defRPr>
                <a:solidFill>
                  <a:schemeClr val="tx2"/>
                </a:solidFill>
                <a:latin typeface="+mj-lt"/>
              </a:defRPr>
            </a:lvl1pPr>
          </a:lstStyle>
          <a:p>
            <a:r>
              <a:rPr lang="en-US"/>
              <a:t>Click to edit Master title style</a:t>
            </a:r>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hasCustomPrompt="1"/>
          </p:nvPr>
        </p:nvSpPr>
        <p:spPr>
          <a:xfrm>
            <a:off x="584200" y="1438275"/>
            <a:ext cx="1965960" cy="492443"/>
          </a:xfrm>
        </p:spPr>
        <p:txBody>
          <a:bodyPr anchor="t"/>
          <a:lstStyle>
            <a:lvl1pPr marL="0" indent="0">
              <a:spcBef>
                <a:spcPts val="0"/>
              </a:spcBef>
              <a:buNone/>
              <a:defRPr sz="1600" b="0" i="0">
                <a:solidFill>
                  <a:schemeClr val="tx2"/>
                </a:solidFill>
                <a:latin typeface="+mj-lt"/>
              </a:defRPr>
            </a:lvl1pPr>
          </a:lstStyle>
          <a:p>
            <a:pPr lvl="0"/>
            <a:r>
              <a:rPr lang="en-US"/>
              <a:t>Click to edit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283115"/>
            <a:ext cx="1965960" cy="1452705"/>
          </a:xfrm>
        </p:spPr>
        <p:txBody>
          <a:bodyPr wrap="square">
            <a:spAutoFit/>
          </a:bodyPr>
          <a:lstStyle>
            <a:lvl1pPr marL="141288" indent="-141288">
              <a:defRPr lang="en-US" sz="1500" dirty="0">
                <a:latin typeface="+mn-lt"/>
              </a:defRPr>
            </a:lvl1pPr>
            <a:lvl2pPr marL="285750" indent="-125413">
              <a:defRPr lang="en-US" sz="1400" dirty="0">
                <a:latin typeface="+mn-lt"/>
              </a:defRPr>
            </a:lvl2pPr>
            <a:lvl3pPr marL="438150" indent="-133350">
              <a:defRPr lang="en-US" sz="1400" dirty="0">
                <a:latin typeface="+mn-lt"/>
              </a:defRPr>
            </a:lvl3pPr>
            <a:lvl4pPr marL="566738" indent="-114300">
              <a:defRPr lang="en-US" sz="1200" dirty="0">
                <a:latin typeface="+mn-lt"/>
              </a:defRPr>
            </a:lvl4pPr>
            <a:lvl5pPr marL="685800" indent="-109538">
              <a:defRPr lang="en-US" sz="1200" dirty="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hasCustomPrompt="1"/>
          </p:nvPr>
        </p:nvSpPr>
        <p:spPr>
          <a:xfrm>
            <a:off x="2849007" y="1438275"/>
            <a:ext cx="1965960" cy="492443"/>
          </a:xfrm>
        </p:spPr>
        <p:txBody>
          <a:bodyPr anchor="t"/>
          <a:lstStyle>
            <a:lvl1pPr marL="0" indent="0">
              <a:spcBef>
                <a:spcPts val="0"/>
              </a:spcBef>
              <a:buNone/>
              <a:defRPr lang="en-US" sz="1600" b="0" i="0" kern="1200" spc="0" baseline="0" dirty="0">
                <a:solidFill>
                  <a:schemeClr val="tx2"/>
                </a:solidFill>
                <a:latin typeface="+mj-lt"/>
                <a:ea typeface="+mn-ea"/>
                <a:cs typeface="Segoe UI" panose="020B0502040204020203" pitchFamily="34" charset="0"/>
              </a:defRPr>
            </a:lvl1pPr>
          </a:lstStyle>
          <a:p>
            <a:pPr marL="0" marR="0" lvl="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pPr>
            <a:r>
              <a:rPr lang="en-US"/>
              <a:t>Click to edit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2849007" y="2276475"/>
            <a:ext cx="1965960" cy="1452705"/>
          </a:xfrm>
        </p:spPr>
        <p:txBody>
          <a:bodyPr wrap="square">
            <a:spAutoFit/>
          </a:bodyPr>
          <a:lstStyle>
            <a:lvl1pPr marL="141288" indent="-141288">
              <a:defRPr lang="en-US" sz="1500" dirty="0">
                <a:latin typeface="+mn-lt"/>
              </a:defRPr>
            </a:lvl1pPr>
            <a:lvl2pPr marL="285750" indent="-125413">
              <a:defRPr lang="en-US" sz="1400" dirty="0">
                <a:latin typeface="+mn-lt"/>
              </a:defRPr>
            </a:lvl2pPr>
            <a:lvl3pPr marL="438150" indent="-133350">
              <a:defRPr lang="en-US" sz="1400" dirty="0">
                <a:latin typeface="+mn-lt"/>
              </a:defRPr>
            </a:lvl3pPr>
            <a:lvl4pPr marL="566738" indent="-114300">
              <a:defRPr lang="en-US" sz="1200" dirty="0">
                <a:latin typeface="+mn-lt"/>
              </a:defRPr>
            </a:lvl4pPr>
            <a:lvl5pPr marL="685800" indent="-109538">
              <a:defRPr lang="en-US" sz="1200" dirty="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hasCustomPrompt="1"/>
          </p:nvPr>
        </p:nvSpPr>
        <p:spPr>
          <a:xfrm>
            <a:off x="5113814" y="1438275"/>
            <a:ext cx="1965960" cy="492443"/>
          </a:xfrm>
        </p:spPr>
        <p:txBody>
          <a:bodyPr anchor="t"/>
          <a:lstStyle>
            <a:lvl1pPr marL="0" indent="0">
              <a:spcBef>
                <a:spcPts val="0"/>
              </a:spcBef>
              <a:buNone/>
              <a:defRPr lang="en-US" sz="1600" b="0" i="0" kern="1200" spc="0" baseline="0" dirty="0">
                <a:solidFill>
                  <a:schemeClr val="tx2"/>
                </a:solidFill>
                <a:latin typeface="+mj-lt"/>
                <a:ea typeface="+mn-ea"/>
                <a:cs typeface="Segoe UI" panose="020B0502040204020203" pitchFamily="34" charset="0"/>
              </a:defRPr>
            </a:lvl1pPr>
          </a:lstStyle>
          <a:p>
            <a:pPr marL="0" marR="0" lvl="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pPr>
            <a:r>
              <a:rPr lang="en-US"/>
              <a:t>Click to edit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5113814" y="2283115"/>
            <a:ext cx="1965960" cy="1452705"/>
          </a:xfrm>
        </p:spPr>
        <p:txBody>
          <a:bodyPr wrap="square">
            <a:spAutoFit/>
          </a:bodyPr>
          <a:lstStyle>
            <a:lvl1pPr marL="141288" indent="-141288">
              <a:defRPr lang="en-US" sz="1500" dirty="0">
                <a:latin typeface="+mn-lt"/>
              </a:defRPr>
            </a:lvl1pPr>
            <a:lvl2pPr marL="285750" indent="-125413">
              <a:defRPr lang="en-US" sz="1400" dirty="0">
                <a:latin typeface="+mn-lt"/>
              </a:defRPr>
            </a:lvl2pPr>
            <a:lvl3pPr marL="438150" indent="-133350">
              <a:defRPr lang="en-US" sz="1400" dirty="0">
                <a:latin typeface="+mn-lt"/>
              </a:defRPr>
            </a:lvl3pPr>
            <a:lvl4pPr marL="566738" indent="-114300">
              <a:defRPr lang="en-US" sz="1200" dirty="0">
                <a:latin typeface="+mn-lt"/>
              </a:defRPr>
            </a:lvl4pPr>
            <a:lvl5pPr marL="685800" indent="-109538">
              <a:defRPr lang="en-US" sz="1200" dirty="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hasCustomPrompt="1"/>
          </p:nvPr>
        </p:nvSpPr>
        <p:spPr>
          <a:xfrm>
            <a:off x="7378621" y="1438275"/>
            <a:ext cx="1965960" cy="492443"/>
          </a:xfrm>
        </p:spPr>
        <p:txBody>
          <a:bodyPr anchor="t"/>
          <a:lstStyle>
            <a:lvl1pPr marL="0" indent="0">
              <a:spcBef>
                <a:spcPts val="0"/>
              </a:spcBef>
              <a:buNone/>
              <a:defRPr lang="en-US" sz="1600" b="0" i="0" kern="1200" spc="0" baseline="0" dirty="0">
                <a:solidFill>
                  <a:schemeClr val="tx2"/>
                </a:solidFill>
                <a:latin typeface="+mj-lt"/>
                <a:ea typeface="+mn-ea"/>
                <a:cs typeface="Segoe UI" panose="020B0502040204020203" pitchFamily="34" charset="0"/>
              </a:defRPr>
            </a:lvl1pPr>
          </a:lstStyle>
          <a:p>
            <a:pPr marL="0" marR="0" lvl="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pPr>
            <a:r>
              <a:rPr lang="en-US"/>
              <a:t>Click to edit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7378621" y="2276475"/>
            <a:ext cx="1965960" cy="1452705"/>
          </a:xfrm>
        </p:spPr>
        <p:txBody>
          <a:bodyPr wrap="square">
            <a:spAutoFit/>
          </a:bodyPr>
          <a:lstStyle>
            <a:lvl1pPr marL="141288" indent="-141288">
              <a:defRPr lang="en-US" sz="1500" dirty="0">
                <a:latin typeface="+mn-lt"/>
              </a:defRPr>
            </a:lvl1pPr>
            <a:lvl2pPr marL="285750" indent="-125413">
              <a:defRPr lang="en-US" sz="1400" dirty="0">
                <a:latin typeface="+mn-lt"/>
              </a:defRPr>
            </a:lvl2pPr>
            <a:lvl3pPr marL="438150" indent="-133350">
              <a:defRPr lang="en-US" sz="1400" dirty="0">
                <a:latin typeface="+mn-lt"/>
              </a:defRPr>
            </a:lvl3pPr>
            <a:lvl4pPr marL="566738" indent="-114300">
              <a:defRPr lang="en-US" sz="1200" dirty="0">
                <a:latin typeface="+mn-lt"/>
              </a:defRPr>
            </a:lvl4pPr>
            <a:lvl5pPr marL="685800" indent="-109538">
              <a:defRPr lang="en-US" sz="1200" dirty="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11">
            <a:extLst>
              <a:ext uri="{FF2B5EF4-FFF2-40B4-BE49-F238E27FC236}">
                <a16:creationId xmlns:a16="http://schemas.microsoft.com/office/drawing/2014/main" id="{540485AC-5036-400C-92C3-D3E9EC0252BC}"/>
              </a:ext>
            </a:extLst>
          </p:cNvPr>
          <p:cNvSpPr>
            <a:spLocks noGrp="1"/>
          </p:cNvSpPr>
          <p:nvPr>
            <p:ph type="body" sz="quarter" idx="22" hasCustomPrompt="1"/>
          </p:nvPr>
        </p:nvSpPr>
        <p:spPr>
          <a:xfrm>
            <a:off x="9643428" y="1438275"/>
            <a:ext cx="1965960" cy="492443"/>
          </a:xfrm>
        </p:spPr>
        <p:txBody>
          <a:bodyPr anchor="t"/>
          <a:lstStyle>
            <a:lvl1pPr marL="0" indent="0">
              <a:spcBef>
                <a:spcPts val="0"/>
              </a:spcBef>
              <a:buNone/>
              <a:defRPr lang="en-US" sz="1600" b="0" i="0" kern="1200" spc="0" baseline="0" dirty="0">
                <a:solidFill>
                  <a:schemeClr val="tx2"/>
                </a:solidFill>
                <a:latin typeface="+mj-lt"/>
                <a:ea typeface="+mn-ea"/>
                <a:cs typeface="Segoe UI" panose="020B0502040204020203" pitchFamily="34" charset="0"/>
              </a:defRPr>
            </a:lvl1pPr>
          </a:lstStyle>
          <a:p>
            <a:pPr marL="0" marR="0" lvl="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pPr>
            <a:r>
              <a:rPr lang="en-US"/>
              <a:t>Click to edit text styles</a:t>
            </a:r>
          </a:p>
        </p:txBody>
      </p:sp>
      <p:sp>
        <p:nvSpPr>
          <p:cNvPr id="12" name="Text Placeholder 9">
            <a:extLst>
              <a:ext uri="{FF2B5EF4-FFF2-40B4-BE49-F238E27FC236}">
                <a16:creationId xmlns:a16="http://schemas.microsoft.com/office/drawing/2014/main" id="{F90290A2-7689-4DF5-971A-36C2D9173411}"/>
              </a:ext>
            </a:extLst>
          </p:cNvPr>
          <p:cNvSpPr>
            <a:spLocks noGrp="1"/>
          </p:cNvSpPr>
          <p:nvPr>
            <p:ph type="body" sz="quarter" idx="23"/>
          </p:nvPr>
        </p:nvSpPr>
        <p:spPr>
          <a:xfrm>
            <a:off x="9643428" y="2276475"/>
            <a:ext cx="1965960" cy="1452705"/>
          </a:xfrm>
        </p:spPr>
        <p:txBody>
          <a:bodyPr wrap="square">
            <a:spAutoFit/>
          </a:bodyPr>
          <a:lstStyle>
            <a:lvl1pPr marL="141288" indent="-141288">
              <a:defRPr lang="en-US" sz="1500" dirty="0">
                <a:latin typeface="+mn-lt"/>
              </a:defRPr>
            </a:lvl1pPr>
            <a:lvl2pPr marL="285750" indent="-125413">
              <a:defRPr lang="en-US" sz="1400" dirty="0">
                <a:latin typeface="+mn-lt"/>
              </a:defRPr>
            </a:lvl2pPr>
            <a:lvl3pPr marL="438150" indent="-133350">
              <a:defRPr lang="en-US" sz="1400" dirty="0">
                <a:latin typeface="+mn-lt"/>
              </a:defRPr>
            </a:lvl3pPr>
            <a:lvl4pPr marL="566738" indent="-114300">
              <a:defRPr lang="en-US" sz="1200" dirty="0">
                <a:latin typeface="+mn-lt"/>
              </a:defRPr>
            </a:lvl4pPr>
            <a:lvl5pPr marL="685800" indent="-109538">
              <a:defRPr lang="en-US" sz="1200" dirty="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80324421"/>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610">
          <p15:clr>
            <a:srgbClr val="5ACBF0"/>
          </p15:clr>
        </p15:guide>
        <p15:guide id="7" pos="1795">
          <p15:clr>
            <a:srgbClr val="5ACBF0"/>
          </p15:clr>
        </p15:guide>
        <p15:guide id="8" pos="3035">
          <p15:clr>
            <a:srgbClr val="5ACBF0"/>
          </p15:clr>
        </p15:guide>
        <p15:guide id="9" pos="3221">
          <p15:clr>
            <a:srgbClr val="5ACBF0"/>
          </p15:clr>
        </p15:guide>
        <p15:guide id="10" pos="4461">
          <p15:clr>
            <a:srgbClr val="5ACBF0"/>
          </p15:clr>
        </p15:guide>
        <p15:guide id="11" pos="5890">
          <p15:clr>
            <a:srgbClr val="5ACBF0"/>
          </p15:clr>
        </p15:guide>
        <p15:guide id="12" orient="horz" pos="1436">
          <p15:clr>
            <a:srgbClr val="5ACBF0"/>
          </p15:clr>
        </p15:guide>
        <p15:guide id="13" pos="4646">
          <p15:clr>
            <a:srgbClr val="5ACBF0"/>
          </p15:clr>
        </p15:guide>
        <p15:guide id="14" pos="6072">
          <p15:clr>
            <a:srgbClr val="5ACBF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lvl1pPr>
              <a:defRPr>
                <a:solidFill>
                  <a:schemeClr val="tx2"/>
                </a:solidFill>
                <a:latin typeface="+mj-lt"/>
              </a:defRPr>
            </a:lvl1pPr>
          </a:lstStyle>
          <a:p>
            <a:r>
              <a:rPr lang="en-US"/>
              <a:t>Click to edit Master title style</a:t>
            </a:r>
          </a:p>
        </p:txBody>
      </p:sp>
    </p:spTree>
    <p:extLst>
      <p:ext uri="{BB962C8B-B14F-4D97-AF65-F5344CB8AC3E}">
        <p14:creationId xmlns:p14="http://schemas.microsoft.com/office/powerpoint/2010/main" val="2103172527"/>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Title Only - left side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4" y="2875002"/>
            <a:ext cx="4127692" cy="1107996"/>
          </a:xfrm>
        </p:spPr>
        <p:txBody>
          <a:bodyPr wrap="square" anchor="ctr">
            <a:spAutoFit/>
          </a:bodyPr>
          <a:lstStyle>
            <a:lvl1pPr>
              <a:defRPr>
                <a:solidFill>
                  <a:schemeClr val="tx2"/>
                </a:solidFill>
                <a:latin typeface="+mj-lt"/>
              </a:defRPr>
            </a:lvl1pPr>
          </a:lstStyle>
          <a:p>
            <a:r>
              <a:rPr lang="en-US"/>
              <a:t>Click to edit Master title style</a:t>
            </a:r>
          </a:p>
        </p:txBody>
      </p:sp>
    </p:spTree>
    <p:extLst>
      <p:ext uri="{BB962C8B-B14F-4D97-AF65-F5344CB8AC3E}">
        <p14:creationId xmlns:p14="http://schemas.microsoft.com/office/powerpoint/2010/main" val="4281626746"/>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30" orient="horz" pos="288">
          <p15:clr>
            <a:srgbClr val="5ACBF0"/>
          </p15:clr>
        </p15:guide>
        <p15:guide id="32" orient="horz" pos="2160">
          <p15:clr>
            <a:srgbClr val="5ACBF0"/>
          </p15:clr>
        </p15:guide>
        <p15:guide id="33" pos="2976">
          <p15:clr>
            <a:srgbClr val="5ACBF0"/>
          </p15:clr>
        </p15:guide>
        <p15:guide id="34" pos="3336">
          <p15:clr>
            <a:srgbClr val="5ACBF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Small title - half page">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4B2500C4-B436-4E3A-8A91-A02448A774DB}"/>
              </a:ext>
            </a:extLst>
          </p:cNvPr>
          <p:cNvSpPr>
            <a:spLocks noGrp="1"/>
          </p:cNvSpPr>
          <p:nvPr>
            <p:ph type="title"/>
          </p:nvPr>
        </p:nvSpPr>
        <p:spPr>
          <a:xfrm>
            <a:off x="584200" y="457200"/>
            <a:ext cx="5508419" cy="372410"/>
          </a:xfrm>
        </p:spPr>
        <p:txBody>
          <a:bodyPr tIns="64008"/>
          <a:lstStyle>
            <a:lvl1pPr>
              <a:defRPr sz="2000" b="0" i="0" spc="0">
                <a:solidFill>
                  <a:schemeClr val="tx2"/>
                </a:solidFill>
                <a:latin typeface="+mj-lt"/>
                <a:cs typeface="Segoe UI"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3330333449"/>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52">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pos="3840">
          <p15:clr>
            <a:srgbClr val="5ACBF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itle - Square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88263" y="2016203"/>
            <a:ext cx="4158362" cy="1107996"/>
          </a:xfrm>
        </p:spPr>
        <p:txBody>
          <a:bodyPr anchor="b"/>
          <a:lstStyle>
            <a:lvl1pPr>
              <a:defRPr>
                <a:solidFill>
                  <a:schemeClr val="tx2"/>
                </a:solidFill>
              </a:defRPr>
            </a:lvl1pPr>
          </a:lstStyle>
          <a:p>
            <a:r>
              <a:rPr lang="en-US"/>
              <a:t>Title square photo layout </a:t>
            </a:r>
          </a:p>
        </p:txBody>
      </p:sp>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584200" y="3535540"/>
            <a:ext cx="4162425" cy="338554"/>
          </a:xfrm>
        </p:spPr>
        <p:txBody>
          <a:bodyPr/>
          <a:lstStyle>
            <a:lvl1pPr marL="0" indent="0">
              <a:buNone/>
              <a:defRPr sz="2200" b="0" i="0">
                <a:solidFill>
                  <a:schemeClr val="tx1"/>
                </a:solidFill>
                <a:latin typeface="Segoe UI" panose="020B0502040204020203" pitchFamily="34" charset="0"/>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Master text styles</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E18FD0C-FA99-4937-92CD-5CF7F279CD8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0" i="0">
                <a:solidFill>
                  <a:schemeClr val="bg1"/>
                </a:solidFill>
                <a:latin typeface="+mn-lt"/>
                <a:cs typeface="Segoe UI" panose="020B0502040204020203" pitchFamily="34" charset="0"/>
              </a:defRPr>
            </a:lvl1pPr>
          </a:lstStyle>
          <a:p>
            <a:r>
              <a:rPr lang="en-US"/>
              <a:t>Drag &amp; drop your photo here </a:t>
            </a:r>
            <a:br>
              <a:rPr lang="en-US"/>
            </a:br>
            <a:r>
              <a:rPr lang="en-US"/>
              <a:t>or click or tap icon below to insert</a:t>
            </a:r>
          </a:p>
        </p:txBody>
      </p:sp>
      <p:sp>
        <p:nvSpPr>
          <p:cNvPr id="6" name="TextBox 5">
            <a:extLst>
              <a:ext uri="{FF2B5EF4-FFF2-40B4-BE49-F238E27FC236}">
                <a16:creationId xmlns:a16="http://schemas.microsoft.com/office/drawing/2014/main" id="{16BDF4B0-32EF-4DA8-9A83-B73DD831057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b="0" i="0">
                <a:solidFill>
                  <a:srgbClr val="A3A3A3"/>
                </a:solidFill>
                <a:latin typeface="Segoe UI" panose="020B0502040204020203" pitchFamily="34" charset="0"/>
              </a:rPr>
              <a:t>ELT layout</a:t>
            </a:r>
          </a:p>
        </p:txBody>
      </p:sp>
    </p:spTree>
    <p:extLst>
      <p:ext uri="{BB962C8B-B14F-4D97-AF65-F5344CB8AC3E}">
        <p14:creationId xmlns:p14="http://schemas.microsoft.com/office/powerpoint/2010/main" val="2327447213"/>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7" orient="horz" pos="1968">
          <p15:clr>
            <a:srgbClr val="5ACBF0"/>
          </p15:clr>
        </p15:guide>
        <p15:guide id="8" orient="horz" pos="2226">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Square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92DE97-5F35-4963-AC7A-96FEB98062FF}"/>
              </a:ext>
            </a:extLst>
          </p:cNvPr>
          <p:cNvSpPr>
            <a:spLocks noGrp="1"/>
          </p:cNvSpPr>
          <p:nvPr>
            <p:ph type="title"/>
          </p:nvPr>
        </p:nvSpPr>
        <p:spPr>
          <a:xfrm>
            <a:off x="588263" y="2873414"/>
            <a:ext cx="4159950" cy="1107996"/>
          </a:xfrm>
        </p:spPr>
        <p:txBody>
          <a:bodyPr anchor="ctr"/>
          <a:lstStyle>
            <a:lvl1pPr>
              <a:defRPr>
                <a:solidFill>
                  <a:schemeClr val="tx2"/>
                </a:solidFill>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0" i="0">
                <a:solidFill>
                  <a:schemeClr val="bg1"/>
                </a:solidFill>
                <a:latin typeface="+mn-lt"/>
                <a:cs typeface="Segoe UI" panose="020B0502040204020203" pitchFamily="34" charset="0"/>
              </a:defRPr>
            </a:lvl1pPr>
          </a:lstStyle>
          <a:p>
            <a:r>
              <a:rPr lang="en-US"/>
              <a:t>Drag &amp; drop your photo here </a:t>
            </a:r>
            <a:br>
              <a:rPr lang="en-US"/>
            </a:br>
            <a:r>
              <a:rPr lang="en-US"/>
              <a:t>or click or tap icon below to insert</a:t>
            </a:r>
          </a:p>
        </p:txBody>
      </p:sp>
      <p:sp>
        <p:nvSpPr>
          <p:cNvPr id="5" name="TextBox 4">
            <a:extLst>
              <a:ext uri="{FF2B5EF4-FFF2-40B4-BE49-F238E27FC236}">
                <a16:creationId xmlns:a16="http://schemas.microsoft.com/office/drawing/2014/main" id="{8A09A47B-FEF5-47F3-B2DD-A73E7C3234AF}"/>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b="0" i="0">
                <a:solidFill>
                  <a:srgbClr val="A3A3A3"/>
                </a:solidFill>
                <a:latin typeface="Segoe UI" panose="020B0502040204020203" pitchFamily="34" charset="0"/>
              </a:rPr>
              <a:t>ELT layout</a:t>
            </a:r>
          </a:p>
        </p:txBody>
      </p:sp>
    </p:spTree>
    <p:extLst>
      <p:ext uri="{BB962C8B-B14F-4D97-AF65-F5344CB8AC3E}">
        <p14:creationId xmlns:p14="http://schemas.microsoft.com/office/powerpoint/2010/main" val="2925968167"/>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5" orient="horz" pos="2160">
          <p15:clr>
            <a:srgbClr val="5ACBF0"/>
          </p15:clr>
        </p15:guide>
        <p15:guide id="6" pos="2991">
          <p15:clr>
            <a:srgbClr val="5ACBF0"/>
          </p15:clr>
        </p15:guide>
        <p15:guide id="7" pos="3728">
          <p15:clr>
            <a:srgbClr val="C35EA4"/>
          </p15:clr>
        </p15:guide>
        <p15:guide id="8" pos="3544">
          <p15:clr>
            <a:srgbClr val="A4A3A4"/>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Square Photo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4E2C6C6-B442-4DE7-9C6C-405B9005314D}"/>
              </a:ext>
            </a:extLst>
          </p:cNvPr>
          <p:cNvSpPr>
            <a:spLocks noGrp="1"/>
          </p:cNvSpPr>
          <p:nvPr>
            <p:ph type="title" hasCustomPrompt="1"/>
          </p:nvPr>
        </p:nvSpPr>
        <p:spPr>
          <a:xfrm>
            <a:off x="588263" y="2979738"/>
            <a:ext cx="4163125" cy="861774"/>
          </a:xfrm>
        </p:spPr>
        <p:txBody>
          <a:bodyPr anchor="t"/>
          <a:lstStyle>
            <a:lvl1pPr>
              <a:defRPr sz="2800">
                <a:solidFill>
                  <a:schemeClr val="tx2"/>
                </a:solidFill>
              </a:defRPr>
            </a:lvl1pPr>
          </a:lstStyle>
          <a:p>
            <a:r>
              <a:rPr lang="en-US"/>
              <a:t>Square photo layout with smaller text</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3EBEAA94-C151-43DE-8A5A-09E8A930427E}"/>
              </a:ext>
            </a:extLst>
          </p:cNvPr>
          <p:cNvSpPr>
            <a:spLocks noGrp="1"/>
          </p:cNvSpPr>
          <p:nvPr>
            <p:ph type="pic" sz="quarter" idx="11" hasCustomPrompt="1"/>
          </p:nvPr>
        </p:nvSpPr>
        <p:spPr bwMode="ltGray">
          <a:xfrm>
            <a:off x="5334000" y="0"/>
            <a:ext cx="6858000" cy="6858000"/>
          </a:xfrm>
          <a:solidFill>
            <a:schemeClr val="bg2"/>
          </a:solidFill>
        </p:spPr>
        <p:txBody>
          <a:bodyPr lIns="0" tIns="2377440" rIns="0" anchor="t" anchorCtr="0">
            <a:noAutofit/>
          </a:bodyPr>
          <a:lstStyle>
            <a:lvl1pPr marL="0" indent="0" algn="ctr">
              <a:lnSpc>
                <a:spcPct val="100000"/>
              </a:lnSpc>
              <a:buNone/>
              <a:defRPr sz="1400" b="0" i="0">
                <a:solidFill>
                  <a:schemeClr val="tx1"/>
                </a:solidFill>
                <a:latin typeface="+mn-lt"/>
                <a:cs typeface="Segoe UI" panose="020B0502040204020203" pitchFamily="34" charset="0"/>
              </a:defRPr>
            </a:lvl1pPr>
          </a:lstStyle>
          <a:p>
            <a:r>
              <a:rPr lang="en-US"/>
              <a:t>Drag &amp; drop your photo here </a:t>
            </a:r>
            <a:br>
              <a:rPr lang="en-US"/>
            </a:br>
            <a:r>
              <a:rPr lang="en-US"/>
              <a:t>or click or tap icon below to insert</a:t>
            </a:r>
          </a:p>
        </p:txBody>
      </p:sp>
      <p:sp>
        <p:nvSpPr>
          <p:cNvPr id="5" name="TextBox 4">
            <a:extLst>
              <a:ext uri="{FF2B5EF4-FFF2-40B4-BE49-F238E27FC236}">
                <a16:creationId xmlns:a16="http://schemas.microsoft.com/office/drawing/2014/main" id="{6C2F1290-9237-4BEE-AAAC-6708F286265B}"/>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b="0" i="0">
                <a:solidFill>
                  <a:srgbClr val="A3A3A3"/>
                </a:solidFill>
                <a:latin typeface="Segoe UI" panose="020B0502040204020203" pitchFamily="34" charset="0"/>
              </a:rPr>
              <a:t>ELT layout</a:t>
            </a:r>
          </a:p>
        </p:txBody>
      </p:sp>
    </p:spTree>
    <p:extLst>
      <p:ext uri="{BB962C8B-B14F-4D97-AF65-F5344CB8AC3E}">
        <p14:creationId xmlns:p14="http://schemas.microsoft.com/office/powerpoint/2010/main" val="2363888581"/>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3" orient="horz" pos="1877">
          <p15:clr>
            <a:srgbClr val="5ACBF0"/>
          </p15:clr>
        </p15:guide>
        <p15:guide id="4" pos="3731">
          <p15:clr>
            <a:srgbClr val="C35EA4"/>
          </p15:clr>
        </p15:guide>
        <p15:guide id="5" pos="2993">
          <p15:clr>
            <a:srgbClr val="5ACBF0"/>
          </p15:clr>
        </p15:guide>
        <p15:guide id="6" pos="3547">
          <p15:clr>
            <a:srgbClr val="A4A3A4"/>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Photo full bleed lower title">
    <p:bg>
      <p:bgRef idx="1001">
        <a:schemeClr val="bg1"/>
      </p:bgRef>
    </p:bg>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0">
                <a:solidFill>
                  <a:schemeClr val="tx1"/>
                </a:solidFill>
              </a:defRPr>
            </a:lvl1pPr>
          </a:lstStyle>
          <a:p>
            <a:r>
              <a:rPr lang="en-US"/>
              <a:t>Drag &amp; drop your photo here </a:t>
            </a:r>
            <a:br>
              <a:rPr lang="en-US"/>
            </a:br>
            <a:r>
              <a:rPr lang="en-US"/>
              <a:t>or click or tap icon below 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p:nvPr>
        </p:nvSpPr>
        <p:spPr bwMode="ltGray">
          <a:xfrm>
            <a:off x="0" y="3657600"/>
            <a:ext cx="12192000" cy="3200400"/>
          </a:xfrm>
          <a:gradFill flip="none" rotWithShape="1">
            <a:gsLst>
              <a:gs pos="40000">
                <a:srgbClr val="000000">
                  <a:alpha val="70000"/>
                </a:srgbClr>
              </a:gs>
              <a:gs pos="100000">
                <a:srgbClr val="000000">
                  <a:alpha val="0"/>
                </a:srgbClr>
              </a:gs>
            </a:gsLst>
            <a:lin ang="16200000" scaled="1"/>
            <a:tileRect/>
          </a:gradFill>
        </p:spPr>
        <p:txBody>
          <a:bodyPr lIns="585216" tIns="585216" rIns="585216" bIns="585216" anchor="b" anchorCtr="0">
            <a:noAutofit/>
          </a:bodyPr>
          <a:lstStyle>
            <a:lvl1pPr>
              <a:defRPr sz="3600" spc="-150">
                <a:solidFill>
                  <a:srgbClr val="FFFFFF"/>
                </a:solidFill>
              </a:defRPr>
            </a:lvl1pPr>
          </a:lstStyle>
          <a:p>
            <a:r>
              <a:rPr lang="en-US"/>
              <a:t>Click to edit Master title style</a:t>
            </a:r>
          </a:p>
        </p:txBody>
      </p:sp>
      <p:sp>
        <p:nvSpPr>
          <p:cNvPr id="9" name="TextBox 8">
            <a:extLst>
              <a:ext uri="{FF2B5EF4-FFF2-40B4-BE49-F238E27FC236}">
                <a16:creationId xmlns:a16="http://schemas.microsoft.com/office/drawing/2014/main" id="{7609554D-CD2C-F836-9A2C-88CABE576585}"/>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b="0" i="0">
                <a:solidFill>
                  <a:srgbClr val="A3A3A3"/>
                </a:solidFill>
                <a:latin typeface="Segoe UI" panose="020B0502040204020203" pitchFamily="34" charset="0"/>
              </a:rPr>
              <a:t>ELT layout</a:t>
            </a:r>
          </a:p>
        </p:txBody>
      </p:sp>
    </p:spTree>
    <p:extLst>
      <p:ext uri="{BB962C8B-B14F-4D97-AF65-F5344CB8AC3E}">
        <p14:creationId xmlns:p14="http://schemas.microsoft.com/office/powerpoint/2010/main" val="2446173974"/>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304">
          <p15:clr>
            <a:srgbClr val="5ACBF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Photo full bleed left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solidFill>
            <a:schemeClr val="bg2"/>
          </a:solidFill>
        </p:spPr>
        <p:txBody>
          <a:bodyPr wrap="none" bIns="1554480" anchor="ctr">
            <a:noAutofit/>
          </a:bodyPr>
          <a:lstStyle>
            <a:lvl1pPr marL="0" indent="0" algn="ctr">
              <a:buNone/>
              <a:defRPr sz="1400" b="0">
                <a:solidFill>
                  <a:schemeClr val="tx1"/>
                </a:solidFill>
              </a:defRPr>
            </a:lvl1pPr>
          </a:lstStyle>
          <a:p>
            <a:r>
              <a:rPr lang="en-US"/>
              <a:t>Drag &amp; drop your photo here </a:t>
            </a:r>
            <a:br>
              <a:rPr lang="en-US"/>
            </a:br>
            <a:r>
              <a:rPr lang="en-US"/>
              <a:t>or click or tap icon below 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hasCustomPrompt="1"/>
          </p:nvPr>
        </p:nvSpPr>
        <p:spPr bwMode="ltGray">
          <a:xfrm>
            <a:off x="-3" y="0"/>
            <a:ext cx="5669280" cy="6858000"/>
          </a:xfrm>
          <a:gradFill flip="none" rotWithShape="1">
            <a:gsLst>
              <a:gs pos="50000">
                <a:srgbClr val="000000">
                  <a:alpha val="70000"/>
                </a:srgbClr>
              </a:gs>
              <a:gs pos="100000">
                <a:srgbClr val="000000">
                  <a:alpha val="0"/>
                </a:srgbClr>
              </a:gs>
            </a:gsLst>
            <a:lin ang="0" scaled="1"/>
            <a:tileRect/>
          </a:gradFill>
        </p:spPr>
        <p:txBody>
          <a:bodyPr lIns="585216" tIns="585216" rIns="585216" bIns="585216" anchor="ctr">
            <a:noAutofit/>
          </a:bodyPr>
          <a:lstStyle>
            <a:lvl1pPr>
              <a:defRPr sz="3600" spc="-150">
                <a:solidFill>
                  <a:srgbClr val="FFFFFF"/>
                </a:solidFill>
              </a:defRPr>
            </a:lvl1pPr>
          </a:lstStyle>
          <a:p>
            <a:r>
              <a:rPr lang="en-US"/>
              <a:t>Click to edit </a:t>
            </a:r>
            <a:br>
              <a:rPr lang="en-US"/>
            </a:br>
            <a:r>
              <a:rPr lang="en-US"/>
              <a:t>Master title style</a:t>
            </a:r>
          </a:p>
        </p:txBody>
      </p:sp>
      <p:sp>
        <p:nvSpPr>
          <p:cNvPr id="6" name="TextBox 5">
            <a:extLst>
              <a:ext uri="{FF2B5EF4-FFF2-40B4-BE49-F238E27FC236}">
                <a16:creationId xmlns:a16="http://schemas.microsoft.com/office/drawing/2014/main" id="{1D4894F6-B50F-43E1-83FC-4F2200B2FA65}"/>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b="0" i="0">
                <a:solidFill>
                  <a:srgbClr val="A3A3A3"/>
                </a:solidFill>
                <a:latin typeface="Segoe UI" panose="020B0502040204020203" pitchFamily="34" charset="0"/>
              </a:rPr>
              <a:t>ELT layout</a:t>
            </a:r>
          </a:p>
        </p:txBody>
      </p:sp>
    </p:spTree>
    <p:extLst>
      <p:ext uri="{BB962C8B-B14F-4D97-AF65-F5344CB8AC3E}">
        <p14:creationId xmlns:p14="http://schemas.microsoft.com/office/powerpoint/2010/main" val="1340605611"/>
      </p:ext>
    </p:extLst>
  </p:cSld>
  <p:clrMapOvr>
    <a:masterClrMapping/>
  </p:clrMapOvr>
  <p:transition>
    <p:fade/>
  </p:transition>
  <p:extLst>
    <p:ext uri="{DCECCB84-F9BA-43D5-87BE-67443E8EF086}">
      <p15:sldGuideLst xmlns:p15="http://schemas.microsoft.com/office/powerpoint/2012/main">
        <p15:guide id="7" pos="3576">
          <p15:clr>
            <a:srgbClr val="5ACBF0"/>
          </p15:clr>
        </p15:guide>
        <p15:guide id="8" orient="horz" pos="2160">
          <p15:clr>
            <a:srgbClr val="5ACBF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Photo full bleed right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solidFill>
            <a:schemeClr val="bg2"/>
          </a:solidFill>
        </p:spPr>
        <p:txBody>
          <a:bodyPr wrap="none" bIns="1554480" anchor="ctr">
            <a:noAutofit/>
          </a:bodyPr>
          <a:lstStyle>
            <a:lvl1pPr marL="0" indent="0" algn="ctr">
              <a:buNone/>
              <a:defRPr sz="1400" b="0">
                <a:solidFill>
                  <a:schemeClr val="tx1"/>
                </a:solidFill>
              </a:defRPr>
            </a:lvl1pPr>
          </a:lstStyle>
          <a:p>
            <a:r>
              <a:rPr lang="en-US"/>
              <a:t>Drag &amp; drop your photo here </a:t>
            </a:r>
            <a:br>
              <a:rPr lang="en-US"/>
            </a:br>
            <a:r>
              <a:rPr lang="en-US"/>
              <a:t>or click or tap icon below 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hasCustomPrompt="1"/>
          </p:nvPr>
        </p:nvSpPr>
        <p:spPr bwMode="ltGray">
          <a:xfrm>
            <a:off x="6522720" y="0"/>
            <a:ext cx="5669280" cy="6858000"/>
          </a:xfrm>
          <a:gradFill flip="none" rotWithShape="1">
            <a:gsLst>
              <a:gs pos="50000">
                <a:srgbClr val="000000">
                  <a:alpha val="70000"/>
                </a:srgbClr>
              </a:gs>
              <a:gs pos="100000">
                <a:srgbClr val="000000">
                  <a:alpha val="0"/>
                </a:srgbClr>
              </a:gs>
            </a:gsLst>
            <a:lin ang="10800000" scaled="1"/>
            <a:tileRect/>
          </a:gradFill>
          <a:ln>
            <a:noFill/>
          </a:ln>
        </p:spPr>
        <p:txBody>
          <a:bodyPr lIns="585216" tIns="585216" rIns="585216" bIns="585216" anchor="ctr">
            <a:noAutofit/>
          </a:bodyPr>
          <a:lstStyle>
            <a:lvl1pPr algn="r">
              <a:defRPr sz="3600" spc="-150">
                <a:solidFill>
                  <a:srgbClr val="FFFFFF"/>
                </a:solidFill>
              </a:defRPr>
            </a:lvl1pPr>
          </a:lstStyle>
          <a:p>
            <a:r>
              <a:rPr lang="en-US"/>
              <a:t>Click to edit </a:t>
            </a:r>
            <a:br>
              <a:rPr lang="en-US"/>
            </a:br>
            <a:r>
              <a:rPr lang="en-US"/>
              <a:t>Master title style</a:t>
            </a:r>
          </a:p>
        </p:txBody>
      </p:sp>
      <p:sp>
        <p:nvSpPr>
          <p:cNvPr id="6" name="TextBox 5">
            <a:extLst>
              <a:ext uri="{FF2B5EF4-FFF2-40B4-BE49-F238E27FC236}">
                <a16:creationId xmlns:a16="http://schemas.microsoft.com/office/drawing/2014/main" id="{A629011D-E3B4-416F-9D7F-7A99AE49F65A}"/>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b="0" i="0">
                <a:solidFill>
                  <a:srgbClr val="A3A3A3"/>
                </a:solidFill>
                <a:latin typeface="Segoe UI" panose="020B0502040204020203" pitchFamily="34" charset="0"/>
              </a:rPr>
              <a:t>ELT layout</a:t>
            </a:r>
          </a:p>
        </p:txBody>
      </p:sp>
    </p:spTree>
    <p:extLst>
      <p:ext uri="{BB962C8B-B14F-4D97-AF65-F5344CB8AC3E}">
        <p14:creationId xmlns:p14="http://schemas.microsoft.com/office/powerpoint/2010/main" val="2328480577"/>
      </p:ext>
    </p:extLst>
  </p:cSld>
  <p:clrMapOvr>
    <a:masterClrMapping/>
  </p:clrMapOvr>
  <p:transition>
    <p:fade/>
  </p:transition>
  <p:extLst>
    <p:ext uri="{DCECCB84-F9BA-43D5-87BE-67443E8EF086}">
      <p15:sldGuideLst xmlns:p15="http://schemas.microsoft.com/office/powerpoint/2012/main">
        <p15:guide id="7" pos="4105">
          <p15:clr>
            <a:srgbClr val="5ACBF0"/>
          </p15:clr>
        </p15:guide>
        <p15:guide id="8" orient="horz" pos="2160">
          <p15:clr>
            <a:srgbClr val="5ACBF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Top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01E45-D858-46CB-8C37-2ADA7A8B4F38}"/>
              </a:ext>
            </a:extLst>
          </p:cNvPr>
          <p:cNvSpPr>
            <a:spLocks noGrp="1"/>
          </p:cNvSpPr>
          <p:nvPr>
            <p:ph type="title"/>
          </p:nvPr>
        </p:nvSpPr>
        <p:spPr>
          <a:xfrm>
            <a:off x="588263" y="5157216"/>
            <a:ext cx="11018520" cy="1111822"/>
          </a:xfrm>
        </p:spPr>
        <p:txBody>
          <a:bodyPr anchor="ctr"/>
          <a:lstStyle>
            <a:lvl1pPr algn="ctr">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0" y="0"/>
            <a:ext cx="12192000" cy="4572000"/>
          </a:xfrm>
          <a:solidFill>
            <a:schemeClr val="bg2"/>
          </a:solidFill>
        </p:spPr>
        <p:txBody>
          <a:bodyPr vert="horz" wrap="square" lIns="0" tIns="1280160" rIns="0" bIns="0" rtlCol="0" anchor="t" anchorCtr="0">
            <a:noAutofit/>
          </a:bodyPr>
          <a:lstStyle>
            <a:lvl1pPr marL="0" indent="0" algn="ctr">
              <a:buNone/>
              <a:defRPr lang="en-US" sz="1400" b="0" dirty="0">
                <a:solidFill>
                  <a:schemeClr val="tx1"/>
                </a:solidFill>
              </a:defRPr>
            </a:lvl1pPr>
          </a:lstStyle>
          <a:p>
            <a:pPr marL="228600" lvl="0" indent="-228600" algn="ctr"/>
            <a:r>
              <a:rPr lang="en-US"/>
              <a:t>Drag &amp; drop your photo here</a:t>
            </a:r>
          </a:p>
          <a:p>
            <a:pPr marL="228600" lvl="0" indent="-228600" algn="ctr"/>
            <a:r>
              <a:rPr lang="en-US"/>
              <a:t>or click or tap icon below to insert</a:t>
            </a:r>
          </a:p>
        </p:txBody>
      </p:sp>
      <p:sp>
        <p:nvSpPr>
          <p:cNvPr id="5" name="TextBox 4">
            <a:extLst>
              <a:ext uri="{FF2B5EF4-FFF2-40B4-BE49-F238E27FC236}">
                <a16:creationId xmlns:a16="http://schemas.microsoft.com/office/drawing/2014/main" id="{3A996C37-D0C9-4349-A860-B639C4EB9D5D}"/>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b="0" i="0">
                <a:solidFill>
                  <a:srgbClr val="A3A3A3"/>
                </a:solidFill>
                <a:latin typeface="Segoe UI" panose="020B0502040204020203" pitchFamily="34" charset="0"/>
              </a:rPr>
              <a:t>ELT layout</a:t>
            </a:r>
          </a:p>
        </p:txBody>
      </p:sp>
    </p:spTree>
    <p:extLst>
      <p:ext uri="{BB962C8B-B14F-4D97-AF65-F5344CB8AC3E}">
        <p14:creationId xmlns:p14="http://schemas.microsoft.com/office/powerpoint/2010/main" val="3654328601"/>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Bottom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563AC-3A0B-4839-A9DC-F00E8E5411A6}"/>
              </a:ext>
            </a:extLst>
          </p:cNvPr>
          <p:cNvSpPr>
            <a:spLocks noGrp="1"/>
          </p:cNvSpPr>
          <p:nvPr>
            <p:ph type="title"/>
          </p:nvPr>
        </p:nvSpPr>
        <p:spPr>
          <a:xfrm>
            <a:off x="588263" y="585788"/>
            <a:ext cx="11018520" cy="1114996"/>
          </a:xfrm>
        </p:spPr>
        <p:txBody>
          <a:bodyPr anchor="ctr"/>
          <a:lstStyle>
            <a:lvl1pPr algn="ctr">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2381" y="2286000"/>
            <a:ext cx="12192000" cy="4572000"/>
          </a:xfrm>
          <a:solidFill>
            <a:schemeClr val="bg2"/>
          </a:solidFill>
        </p:spPr>
        <p:txBody>
          <a:bodyPr vert="horz" wrap="square" lIns="0" tIns="1371600" rIns="0" bIns="0" rtlCol="0" anchor="t" anchorCtr="0">
            <a:noAutofit/>
          </a:bodyPr>
          <a:lstStyle>
            <a:lvl1pPr marL="0" indent="0" algn="ctr">
              <a:buNone/>
              <a:defRPr lang="en-US" sz="1400" b="0" dirty="0">
                <a:solidFill>
                  <a:schemeClr val="tx1"/>
                </a:solidFill>
              </a:defRPr>
            </a:lvl1pPr>
          </a:lstStyle>
          <a:p>
            <a:pPr marL="228600" lvl="0" indent="-228600" algn="ctr"/>
            <a:r>
              <a:rPr lang="en-US"/>
              <a:t>Drag &amp; drop your photo here</a:t>
            </a:r>
          </a:p>
          <a:p>
            <a:pPr marL="228600" lvl="0" indent="-228600" algn="ctr"/>
            <a:r>
              <a:rPr lang="en-US"/>
              <a:t>or click or tap icon below to insert</a:t>
            </a:r>
          </a:p>
        </p:txBody>
      </p:sp>
      <p:sp>
        <p:nvSpPr>
          <p:cNvPr id="5" name="TextBox 4">
            <a:extLst>
              <a:ext uri="{FF2B5EF4-FFF2-40B4-BE49-F238E27FC236}">
                <a16:creationId xmlns:a16="http://schemas.microsoft.com/office/drawing/2014/main" id="{3D6FDE6F-0F4B-446A-A51F-494FB0996655}"/>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b="0" i="0">
                <a:solidFill>
                  <a:srgbClr val="A3A3A3"/>
                </a:solidFill>
                <a:latin typeface="Segoe UI" panose="020B0502040204020203" pitchFamily="34" charset="0"/>
              </a:rPr>
              <a:t>ELT layout</a:t>
            </a:r>
          </a:p>
        </p:txBody>
      </p:sp>
    </p:spTree>
    <p:extLst>
      <p:ext uri="{BB962C8B-B14F-4D97-AF65-F5344CB8AC3E}">
        <p14:creationId xmlns:p14="http://schemas.microsoft.com/office/powerpoint/2010/main" val="3122900082"/>
      </p:ext>
    </p:extLst>
  </p:cSld>
  <p:clrMapOvr>
    <a:masterClrMapping/>
  </p:clrMapOvr>
  <p:transition>
    <p:fade/>
  </p:transition>
  <p:extLst>
    <p:ext uri="{DCECCB84-F9BA-43D5-87BE-67443E8EF086}">
      <p15:sldGuideLst xmlns:p15="http://schemas.microsoft.com/office/powerpoint/2012/main">
        <p15:guide id="5" orient="horz" pos="1440">
          <p15:clr>
            <a:srgbClr val="5ACBF0"/>
          </p15:clr>
        </p15:guide>
        <p15:guide id="6" orient="horz" pos="720">
          <p15:clr>
            <a:srgbClr val="5ACBF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Two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7DCA08-1117-4B11-AEFD-AAB2B33543F9}"/>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4199" y="5689600"/>
            <a:ext cx="5367528" cy="276999"/>
          </a:xfrm>
        </p:spPr>
        <p:txBody>
          <a:bodyPr/>
          <a:lstStyle>
            <a:lvl1pPr marL="0" indent="0" algn="l">
              <a:spcBef>
                <a:spcPts val="0"/>
              </a:spcBef>
              <a:buNone/>
              <a:defRPr sz="1800" b="0" i="0">
                <a:latin typeface="+mn-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5367528" cy="3474720"/>
          </a:xfrm>
          <a:blipFill>
            <a:blip r:embed="rId2"/>
            <a:stretch>
              <a:fillRect/>
            </a:stretch>
          </a:blipFill>
        </p:spPr>
        <p:txBody>
          <a:bodyPr vert="horz" wrap="square" lIns="0" tIns="0" rIns="0" bIns="1005840" rtlCol="0" anchor="ctr" anchorCtr="0">
            <a:noAutofit/>
          </a:bodyPr>
          <a:lstStyle>
            <a:lvl1pPr marL="0" indent="0" algn="ctr">
              <a:buNone/>
              <a:defRPr lang="en-US" sz="1000" b="0" dirty="0">
                <a:solidFill>
                  <a:schemeClr val="bg1"/>
                </a:solidFill>
              </a:defRPr>
            </a:lvl1pPr>
          </a:lstStyle>
          <a:p>
            <a:pPr marL="228600" lvl="0" indent="-228600" algn="ctr"/>
            <a:r>
              <a:rPr lang="en-US"/>
              <a:t>Drag &amp; drop your photo here</a:t>
            </a:r>
          </a:p>
          <a:p>
            <a:pPr marL="228600" lvl="0" indent="-228600" algn="ctr"/>
            <a:r>
              <a:rPr lang="en-US"/>
              <a:t>or click or tap icon below 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1860" y="5689600"/>
            <a:ext cx="5367528" cy="276999"/>
          </a:xfrm>
        </p:spPr>
        <p:txBody>
          <a:bodyPr/>
          <a:lstStyle>
            <a:lvl1pPr marL="0" indent="0" algn="l">
              <a:spcBef>
                <a:spcPts val="0"/>
              </a:spcBef>
              <a:buNone/>
              <a:defRPr lang="en-US" sz="1800" b="0" i="0" kern="1200" spc="0" baseline="0" dirty="0">
                <a:solidFill>
                  <a:schemeClr val="tx1"/>
                </a:solidFill>
                <a:latin typeface="+mn-lt"/>
                <a:ea typeface="+mn-ea"/>
                <a:cs typeface="Segoe UI" panose="020B0502040204020203" pitchFamily="34" charset="0"/>
              </a:defRPr>
            </a:lvl1pPr>
          </a:lstStyle>
          <a:p>
            <a:pPr marL="0" marR="0" lvl="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pPr>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39255" y="2025650"/>
            <a:ext cx="5367528" cy="3474720"/>
          </a:xfrm>
          <a:blipFill>
            <a:blip r:embed="rId3"/>
            <a:stretch>
              <a:fillRect/>
            </a:stretch>
          </a:blipFill>
        </p:spPr>
        <p:txBody>
          <a:bodyPr vert="horz" wrap="square" lIns="0" tIns="0" rIns="0" bIns="1005840" rtlCol="0" anchor="ctr" anchorCtr="0">
            <a:noAutofit/>
          </a:bodyPr>
          <a:lstStyle>
            <a:lvl1pPr marL="0" indent="0" algn="ctr">
              <a:buNone/>
              <a:defRPr lang="en-US" sz="1000" b="0" dirty="0">
                <a:solidFill>
                  <a:srgbClr val="000000"/>
                </a:solidFill>
              </a:defRPr>
            </a:lvl1pPr>
          </a:lstStyle>
          <a:p>
            <a:pPr marL="228600" lvl="0" indent="-228600" algn="ctr"/>
            <a:r>
              <a:rPr lang="en-US"/>
              <a:t>Drag &amp; drop your photo here</a:t>
            </a:r>
          </a:p>
          <a:p>
            <a:pPr marL="228600" lvl="0" indent="-228600" algn="ctr"/>
            <a:r>
              <a:rPr lang="en-US"/>
              <a:t>or click or tap icon below to insert</a:t>
            </a:r>
          </a:p>
        </p:txBody>
      </p:sp>
      <p:sp>
        <p:nvSpPr>
          <p:cNvPr id="10" name="TextBox 9">
            <a:extLst>
              <a:ext uri="{FF2B5EF4-FFF2-40B4-BE49-F238E27FC236}">
                <a16:creationId xmlns:a16="http://schemas.microsoft.com/office/drawing/2014/main" id="{CAF59E09-7602-42B9-AB0C-9D1365A9EBB2}"/>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b="0" i="0">
                <a:solidFill>
                  <a:srgbClr val="A3A3A3"/>
                </a:solidFill>
                <a:latin typeface="Segoe UI" panose="020B0502040204020203" pitchFamily="34" charset="0"/>
              </a:rPr>
              <a:t>ELT layout</a:t>
            </a:r>
          </a:p>
        </p:txBody>
      </p:sp>
    </p:spTree>
    <p:extLst>
      <p:ext uri="{BB962C8B-B14F-4D97-AF65-F5344CB8AC3E}">
        <p14:creationId xmlns:p14="http://schemas.microsoft.com/office/powerpoint/2010/main" val="856823867"/>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312" userDrawn="1">
          <p15:clr>
            <a:srgbClr val="5ACBF0"/>
          </p15:clr>
        </p15:guide>
        <p15:guide id="6" pos="3749">
          <p15:clr>
            <a:srgbClr val="5ACBF0"/>
          </p15:clr>
        </p15:guide>
        <p15:guide id="7" pos="3931">
          <p15:clr>
            <a:srgbClr val="5ACBF0"/>
          </p15:clr>
        </p15:guide>
        <p15:guide id="8" orient="horz" pos="3464">
          <p15:clr>
            <a:srgbClr val="5ACBF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Three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5689600"/>
            <a:ext cx="3475037" cy="276999"/>
          </a:xfrm>
        </p:spPr>
        <p:txBody>
          <a:bodyPr/>
          <a:lstStyle>
            <a:lvl1pPr marL="0" indent="0" algn="l">
              <a:spcBef>
                <a:spcPts val="0"/>
              </a:spcBef>
              <a:buNone/>
              <a:defRPr sz="1800" b="0" i="0">
                <a:latin typeface="+mn-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3474720" cy="3474720"/>
          </a:xfrm>
          <a:blipFill>
            <a:blip r:embed="rId2"/>
            <a:stretch>
              <a:fillRect/>
            </a:stretch>
          </a:blipFill>
        </p:spPr>
        <p:txBody>
          <a:bodyPr lIns="0" tIns="0" rIns="0" bIns="1005840" anchor="ctr" anchorCtr="0">
            <a:noAutofit/>
          </a:bodyPr>
          <a:lstStyle>
            <a:lvl1pPr marL="0" indent="0" algn="ctr">
              <a:lnSpc>
                <a:spcPct val="100000"/>
              </a:lnSpc>
              <a:buNone/>
              <a:defRPr sz="800" b="0" i="0">
                <a:solidFill>
                  <a:schemeClr val="bg1"/>
                </a:solidFill>
                <a:latin typeface="+mn-lt"/>
                <a:cs typeface="Segoe Sans Small" pitchFamily="2" charset="0"/>
              </a:defRPr>
            </a:lvl1pPr>
          </a:lstStyle>
          <a:p>
            <a:r>
              <a:rPr lang="en-US"/>
              <a:t>Drag &amp; drop your photo here </a:t>
            </a:r>
            <a:br>
              <a:rPr lang="en-US"/>
            </a:br>
            <a:r>
              <a:rPr lang="en-US"/>
              <a:t>or click or tap icon below 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4358640" y="5689600"/>
            <a:ext cx="3475037" cy="276999"/>
          </a:xfrm>
        </p:spPr>
        <p:txBody>
          <a:bodyPr/>
          <a:lstStyle>
            <a:lvl1pPr marL="0" indent="0" algn="l">
              <a:spcBef>
                <a:spcPts val="0"/>
              </a:spcBef>
              <a:buNone/>
              <a:defRPr lang="en-US" sz="1800" b="0" i="0" kern="1200" spc="0" baseline="0" dirty="0">
                <a:solidFill>
                  <a:schemeClr val="tx1"/>
                </a:solidFill>
                <a:latin typeface="+mn-lt"/>
                <a:ea typeface="+mn-ea"/>
                <a:cs typeface="Segoe UI" panose="020B0502040204020203" pitchFamily="34" charset="0"/>
              </a:defRPr>
            </a:lvl1pPr>
          </a:lstStyle>
          <a:p>
            <a:pPr marL="0" marR="0" lvl="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pPr>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4358640" y="2025650"/>
            <a:ext cx="3474720" cy="3474720"/>
          </a:xfrm>
          <a:blipFill>
            <a:blip r:embed="rId3"/>
            <a:stretch>
              <a:fillRect/>
            </a:stretch>
          </a:blipFill>
        </p:spPr>
        <p:txBody>
          <a:bodyPr lIns="0" tIns="0" rIns="0" bIns="1005840" anchor="ctr" anchorCtr="0">
            <a:noAutofit/>
          </a:bodyPr>
          <a:lstStyle>
            <a:lvl1pPr marL="0" indent="0" algn="ctr">
              <a:lnSpc>
                <a:spcPct val="100000"/>
              </a:lnSpc>
              <a:buNone/>
              <a:defRPr sz="800" b="0" i="0">
                <a:solidFill>
                  <a:srgbClr val="000000"/>
                </a:solidFill>
                <a:latin typeface="+mn-lt"/>
                <a:cs typeface="Segoe Sans Small" pitchFamily="2" charset="0"/>
              </a:defRPr>
            </a:lvl1pPr>
          </a:lstStyle>
          <a:p>
            <a:r>
              <a:rPr lang="en-US"/>
              <a:t>Drag &amp; drop your photo here </a:t>
            </a:r>
            <a:br>
              <a:rPr lang="en-US"/>
            </a:br>
            <a:r>
              <a:rPr lang="en-US"/>
              <a:t>or click or tap icon below 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8134351" y="5689600"/>
            <a:ext cx="3475037" cy="276999"/>
          </a:xfrm>
        </p:spPr>
        <p:txBody>
          <a:bodyPr/>
          <a:lstStyle>
            <a:lvl1pPr marL="0" indent="0" algn="l">
              <a:spcBef>
                <a:spcPts val="0"/>
              </a:spcBef>
              <a:buNone/>
              <a:defRPr lang="en-US" sz="1800" b="0" i="0" kern="1200" spc="0" baseline="0" dirty="0">
                <a:solidFill>
                  <a:schemeClr val="tx1"/>
                </a:solidFill>
                <a:latin typeface="+mn-lt"/>
                <a:ea typeface="+mn-ea"/>
                <a:cs typeface="Segoe UI" panose="020B0502040204020203" pitchFamily="34" charset="0"/>
              </a:defRPr>
            </a:lvl1pPr>
          </a:lstStyle>
          <a:p>
            <a:pPr marL="0" marR="0" lvl="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pPr>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8132063" y="2025650"/>
            <a:ext cx="3474720" cy="3474720"/>
          </a:xfrm>
          <a:blipFill>
            <a:blip r:embed="rId4"/>
            <a:stretch>
              <a:fillRect/>
            </a:stretch>
          </a:blipFill>
        </p:spPr>
        <p:txBody>
          <a:bodyPr lIns="0" tIns="0" rIns="0" bIns="1005840" anchor="ctr" anchorCtr="0">
            <a:noAutofit/>
          </a:bodyPr>
          <a:lstStyle>
            <a:lvl1pPr marL="0" indent="0" algn="ctr">
              <a:lnSpc>
                <a:spcPct val="100000"/>
              </a:lnSpc>
              <a:buNone/>
              <a:defRPr lang="en-US" sz="800" b="0" i="0" kern="1200" spc="0" baseline="0" dirty="0">
                <a:solidFill>
                  <a:schemeClr val="bg1"/>
                </a:solidFill>
                <a:latin typeface="+mn-lt"/>
                <a:ea typeface="+mn-ea"/>
                <a:cs typeface="Segoe Sans Small" pitchFamily="2" charset="0"/>
              </a:defRPr>
            </a:lvl1pPr>
          </a:lstStyle>
          <a:p>
            <a:r>
              <a:rPr lang="en-US"/>
              <a:t>Drag &amp; drop your photo here </a:t>
            </a:r>
            <a:br>
              <a:rPr lang="en-US"/>
            </a:br>
            <a:r>
              <a:rPr lang="en-US"/>
              <a:t>or click or tap icon below to insert</a:t>
            </a:r>
          </a:p>
        </p:txBody>
      </p:sp>
      <p:sp>
        <p:nvSpPr>
          <p:cNvPr id="14" name="TextBox 13">
            <a:extLst>
              <a:ext uri="{FF2B5EF4-FFF2-40B4-BE49-F238E27FC236}">
                <a16:creationId xmlns:a16="http://schemas.microsoft.com/office/drawing/2014/main" id="{52B36921-D927-4BA6-8891-8AEE9784923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b="0" i="0">
                <a:solidFill>
                  <a:srgbClr val="A3A3A3"/>
                </a:solidFill>
                <a:latin typeface="Segoe UI" panose="020B0502040204020203" pitchFamily="34" charset="0"/>
              </a:rPr>
              <a:t>ELT layout</a:t>
            </a:r>
          </a:p>
        </p:txBody>
      </p:sp>
    </p:spTree>
    <p:extLst>
      <p:ext uri="{BB962C8B-B14F-4D97-AF65-F5344CB8AC3E}">
        <p14:creationId xmlns:p14="http://schemas.microsoft.com/office/powerpoint/2010/main" val="231357119"/>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2557">
          <p15:clr>
            <a:srgbClr val="5ACBF0"/>
          </p15:clr>
        </p15:guide>
        <p15:guide id="7" pos="2744">
          <p15:clr>
            <a:srgbClr val="5ACBF0"/>
          </p15:clr>
        </p15:guide>
        <p15:guide id="8" pos="4936">
          <p15:clr>
            <a:srgbClr val="5ACBF0"/>
          </p15:clr>
        </p15:guide>
        <p15:guide id="9" pos="5123">
          <p15:clr>
            <a:srgbClr val="5ACBF0"/>
          </p15:clr>
        </p15:guide>
        <p15:guide id="10" orient="horz" pos="3465">
          <p15:clr>
            <a:srgbClr val="5ACBF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Four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4753938"/>
            <a:ext cx="2532888" cy="553998"/>
          </a:xfrm>
        </p:spPr>
        <p:txBody>
          <a:bodyPr/>
          <a:lstStyle>
            <a:lvl1pPr marL="0" indent="0" algn="l">
              <a:spcBef>
                <a:spcPts val="0"/>
              </a:spcBef>
              <a:buNone/>
              <a:defRPr sz="1800" b="0" i="0">
                <a:latin typeface="+mn-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2532888" cy="2532888"/>
          </a:xfrm>
          <a:blipFill>
            <a:blip r:embed="rId2" cstate="email">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lang="en-US" sz="700" b="0" i="0" kern="1200" spc="0" baseline="0" dirty="0">
                <a:solidFill>
                  <a:schemeClr val="bg1"/>
                </a:solidFill>
                <a:latin typeface="+mn-lt"/>
                <a:ea typeface="+mn-ea"/>
                <a:cs typeface="Segoe Sans Small" pitchFamily="2" charset="0"/>
              </a:defRPr>
            </a:lvl1pPr>
          </a:lstStyle>
          <a:p>
            <a:r>
              <a:rPr lang="en-US"/>
              <a:t>Drag &amp; drop your photo here </a:t>
            </a:r>
            <a:br>
              <a:rPr lang="en-US"/>
            </a:br>
            <a:r>
              <a:rPr lang="en-US"/>
              <a:t>or click or tap icon below 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3413908" y="4753938"/>
            <a:ext cx="2532888" cy="553998"/>
          </a:xfrm>
        </p:spPr>
        <p:txBody>
          <a:bodyPr/>
          <a:lstStyle>
            <a:lvl1pPr marL="0" indent="0" algn="l">
              <a:spcBef>
                <a:spcPts val="0"/>
              </a:spcBef>
              <a:buNone/>
              <a:defRPr lang="en-US" sz="1800" b="0" i="0" kern="1200" spc="0" baseline="0" dirty="0">
                <a:solidFill>
                  <a:schemeClr val="tx1"/>
                </a:solidFill>
                <a:latin typeface="+mn-lt"/>
                <a:ea typeface="+mn-ea"/>
                <a:cs typeface="Segoe UI" panose="020B0502040204020203" pitchFamily="34" charset="0"/>
              </a:defRPr>
            </a:lvl1pPr>
          </a:lstStyle>
          <a:p>
            <a:pPr marL="0" marR="0" lvl="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pPr>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3413908" y="2025650"/>
            <a:ext cx="2532888" cy="2532888"/>
          </a:xfrm>
          <a:blipFill>
            <a:blip r:embed="rId3" cstate="email">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lang="en-US" sz="700" b="0" i="0" kern="1200" spc="0" baseline="0" dirty="0">
                <a:solidFill>
                  <a:schemeClr val="tx1"/>
                </a:solidFill>
                <a:latin typeface="+mn-lt"/>
                <a:ea typeface="+mn-ea"/>
                <a:cs typeface="Segoe Sans Small" pitchFamily="2" charset="0"/>
              </a:defRPr>
            </a:lvl1pPr>
          </a:lstStyle>
          <a:p>
            <a:r>
              <a:rPr lang="en-US"/>
              <a:t>Drag &amp; drop your photo here </a:t>
            </a:r>
            <a:br>
              <a:rPr lang="en-US"/>
            </a:br>
            <a:r>
              <a:rPr lang="en-US"/>
              <a:t>or click or tap icon below 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5204" y="4753938"/>
            <a:ext cx="2532888" cy="553998"/>
          </a:xfrm>
        </p:spPr>
        <p:txBody>
          <a:bodyPr/>
          <a:lstStyle>
            <a:lvl1pPr marL="0" indent="0" algn="l">
              <a:spcBef>
                <a:spcPts val="0"/>
              </a:spcBef>
              <a:buNone/>
              <a:defRPr lang="en-US" sz="1800" b="0" i="0" kern="1200" spc="0" baseline="0" dirty="0">
                <a:solidFill>
                  <a:schemeClr val="tx1"/>
                </a:solidFill>
                <a:latin typeface="+mn-lt"/>
                <a:ea typeface="+mn-ea"/>
                <a:cs typeface="Segoe UI" panose="020B0502040204020203" pitchFamily="34" charset="0"/>
              </a:defRPr>
            </a:lvl1pPr>
          </a:lstStyle>
          <a:p>
            <a:pPr marL="0" marR="0" lvl="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pPr>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45204" y="2025650"/>
            <a:ext cx="2532888" cy="2532888"/>
          </a:xfrm>
          <a:blipFill>
            <a:blip r:embed="rId4" cstate="email">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lang="en-US" sz="700" b="0" i="0" kern="1200" spc="0" baseline="0" dirty="0">
                <a:solidFill>
                  <a:schemeClr val="bg1"/>
                </a:solidFill>
                <a:latin typeface="+mn-lt"/>
                <a:ea typeface="+mn-ea"/>
                <a:cs typeface="Segoe Sans Small" pitchFamily="2" charset="0"/>
              </a:defRPr>
            </a:lvl1pPr>
          </a:lstStyle>
          <a:p>
            <a:r>
              <a:rPr lang="en-US"/>
              <a:t>Drag &amp; drop your photo here </a:t>
            </a:r>
            <a:br>
              <a:rPr lang="en-US"/>
            </a:br>
            <a:r>
              <a:rPr lang="en-US"/>
              <a:t>or click or tap icon below to insert</a:t>
            </a:r>
          </a:p>
        </p:txBody>
      </p:sp>
      <p:sp>
        <p:nvSpPr>
          <p:cNvPr id="15" name="Text Placeholder 3">
            <a:extLst>
              <a:ext uri="{FF2B5EF4-FFF2-40B4-BE49-F238E27FC236}">
                <a16:creationId xmlns:a16="http://schemas.microsoft.com/office/drawing/2014/main" id="{38E883C1-8203-4549-AF30-B96AEC45AC68}"/>
              </a:ext>
            </a:extLst>
          </p:cNvPr>
          <p:cNvSpPr>
            <a:spLocks noGrp="1"/>
          </p:cNvSpPr>
          <p:nvPr>
            <p:ph type="body" sz="quarter" idx="20"/>
          </p:nvPr>
        </p:nvSpPr>
        <p:spPr>
          <a:xfrm>
            <a:off x="9076500" y="4753938"/>
            <a:ext cx="2532888" cy="553998"/>
          </a:xfrm>
        </p:spPr>
        <p:txBody>
          <a:bodyPr/>
          <a:lstStyle>
            <a:lvl1pPr marL="0" indent="0" algn="l">
              <a:spcBef>
                <a:spcPts val="0"/>
              </a:spcBef>
              <a:buNone/>
              <a:defRPr lang="en-US" sz="1800" b="0" i="0" kern="1200" spc="0" baseline="0" dirty="0">
                <a:solidFill>
                  <a:schemeClr val="tx1"/>
                </a:solidFill>
                <a:latin typeface="+mn-lt"/>
                <a:ea typeface="+mn-ea"/>
                <a:cs typeface="Segoe UI" panose="020B0502040204020203" pitchFamily="34" charset="0"/>
              </a:defRPr>
            </a:lvl1pPr>
          </a:lstStyle>
          <a:p>
            <a:pPr marL="0" marR="0" lvl="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pPr>
            <a:r>
              <a:rPr lang="en-US"/>
              <a:t>Click to edit Master text styles</a:t>
            </a:r>
          </a:p>
        </p:txBody>
      </p:sp>
      <p:sp>
        <p:nvSpPr>
          <p:cNvPr id="14" name="Picture Placeholder" descr="This photo is a 'placeholder' only. Drag or drop your photo here, or click and tap the center to insert a photo.">
            <a:extLst>
              <a:ext uri="{FF2B5EF4-FFF2-40B4-BE49-F238E27FC236}">
                <a16:creationId xmlns:a16="http://schemas.microsoft.com/office/drawing/2014/main" id="{BBD58C33-921C-42F1-9803-1C798DB548C2}"/>
              </a:ext>
            </a:extLst>
          </p:cNvPr>
          <p:cNvSpPr>
            <a:spLocks noGrp="1"/>
          </p:cNvSpPr>
          <p:nvPr>
            <p:ph type="pic" sz="quarter" idx="19" hasCustomPrompt="1"/>
          </p:nvPr>
        </p:nvSpPr>
        <p:spPr bwMode="ltGray">
          <a:xfrm>
            <a:off x="9073895" y="2025650"/>
            <a:ext cx="2532888" cy="2532888"/>
          </a:xfrm>
          <a:blipFill>
            <a:blip>
              <a:extLst>
                <a:ext uri="{96DAC541-7B7A-43D3-8B79-37D633B846F1}">
                  <asvg:svgBlip xmlns:asvg="http://schemas.microsoft.com/office/drawing/2016/SVG/main" r:embed="rId5"/>
                </a:ext>
              </a:extLst>
            </a:blip>
            <a:stretch>
              <a:fillRect/>
            </a:stretch>
          </a:blipFill>
        </p:spPr>
        <p:txBody>
          <a:bodyPr lIns="0" tIns="0" rIns="0" bIns="731520" anchor="ctr" anchorCtr="0">
            <a:noAutofit/>
          </a:bodyPr>
          <a:lstStyle>
            <a:lvl1pPr marL="0" indent="0" algn="ctr">
              <a:lnSpc>
                <a:spcPct val="100000"/>
              </a:lnSpc>
              <a:buNone/>
              <a:defRPr lang="en-US" sz="700" b="0" i="0" kern="1200" spc="0" baseline="0" dirty="0">
                <a:solidFill>
                  <a:schemeClr val="bg1"/>
                </a:solidFill>
                <a:latin typeface="+mn-lt"/>
                <a:ea typeface="+mn-ea"/>
                <a:cs typeface="Segoe Sans Small" pitchFamily="2" charset="0"/>
              </a:defRPr>
            </a:lvl1pPr>
          </a:lstStyle>
          <a:p>
            <a:r>
              <a:rPr lang="en-US"/>
              <a:t>Dag &amp; drop your photo here </a:t>
            </a:r>
            <a:br>
              <a:rPr lang="en-US"/>
            </a:br>
            <a:r>
              <a:rPr lang="en-US"/>
              <a:t>or click or tap icon below to insert</a:t>
            </a:r>
          </a:p>
        </p:txBody>
      </p:sp>
      <p:sp>
        <p:nvSpPr>
          <p:cNvPr id="16" name="TextBox 15">
            <a:extLst>
              <a:ext uri="{FF2B5EF4-FFF2-40B4-BE49-F238E27FC236}">
                <a16:creationId xmlns:a16="http://schemas.microsoft.com/office/drawing/2014/main" id="{5CF56B00-AAD4-4F4F-8228-B6CF8367DE0D}"/>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b="0" i="0">
                <a:solidFill>
                  <a:srgbClr val="A3A3A3"/>
                </a:solidFill>
                <a:latin typeface="Segoe UI" panose="020B0502040204020203" pitchFamily="34" charset="0"/>
              </a:rPr>
              <a:t>ELT layout</a:t>
            </a:r>
          </a:p>
        </p:txBody>
      </p:sp>
    </p:spTree>
    <p:extLst>
      <p:ext uri="{BB962C8B-B14F-4D97-AF65-F5344CB8AC3E}">
        <p14:creationId xmlns:p14="http://schemas.microsoft.com/office/powerpoint/2010/main" val="1991869532"/>
      </p:ext>
    </p:extLst>
  </p:cSld>
  <p:clrMapOvr>
    <a:masterClrMapping/>
  </p:clrMapOvr>
  <p:transition>
    <p:fade/>
  </p:transition>
  <p:extLst>
    <p:ext uri="{DCECCB84-F9BA-43D5-87BE-67443E8EF086}">
      <p15:sldGuideLst xmlns:p15="http://schemas.microsoft.com/office/powerpoint/2012/main">
        <p15:guide id="3" orient="horz" pos="2993">
          <p15:clr>
            <a:srgbClr val="5ACBF0"/>
          </p15:clr>
        </p15:guide>
        <p15:guide id="4" orient="horz" pos="127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2870">
          <p15:clr>
            <a:srgbClr val="5ACBF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Two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866573"/>
            <a:ext cx="11018520" cy="553998"/>
          </a:xfrm>
        </p:spPr>
        <p:txBody>
          <a:bodyPr anchor="ctr"/>
          <a:lstStyle>
            <a:lvl1pPr algn="ctr">
              <a:defRPr>
                <a:latin typeface="+mj-lt"/>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5334000"/>
            <a:ext cx="4892040" cy="276999"/>
          </a:xfrm>
        </p:spPr>
        <p:txBody>
          <a:bodyPr/>
          <a:lstStyle>
            <a:lvl1pPr marL="0" indent="0" algn="ctr">
              <a:spcBef>
                <a:spcPts val="0"/>
              </a:spcBef>
              <a:buNone/>
              <a:defRPr lang="en-US" sz="1800" b="0" i="0" kern="1200" spc="0" baseline="0" dirty="0">
                <a:solidFill>
                  <a:schemeClr val="tx1"/>
                </a:solidFill>
                <a:latin typeface="+mn-lt"/>
                <a:ea typeface="+mn-ea"/>
                <a:cs typeface="Segoe UI" panose="020B0502040204020203" pitchFamily="34" charset="0"/>
              </a:defRPr>
            </a:lvl1pPr>
          </a:lstStyle>
          <a:p>
            <a:pPr marL="0" marR="0" lvl="0" indent="0" algn="ctr" defTabSz="932742" rtl="0" eaLnBrk="1" fontAlgn="auto" latinLnBrk="0" hangingPunct="1">
              <a:lnSpc>
                <a:spcPct val="100000"/>
              </a:lnSpc>
              <a:spcBef>
                <a:spcPts val="0"/>
              </a:spcBef>
              <a:spcAft>
                <a:spcPts val="0"/>
              </a:spcAft>
              <a:buClrTx/>
              <a:buSzPct val="90000"/>
              <a:buFont typeface="Wingdings" panose="05000000000000000000" pitchFamily="2" charset="2"/>
              <a:buNone/>
              <a:tabLst/>
            </a:pPr>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6062472" cy="2807208"/>
          </a:xfrm>
          <a:solidFill>
            <a:schemeClr val="bg2"/>
          </a:solidFill>
        </p:spPr>
        <p:txBody>
          <a:bodyPr lIns="0" tIns="0" rIns="0" bIns="731520" anchor="ctr" anchorCtr="0">
            <a:noAutofit/>
          </a:bodyPr>
          <a:lstStyle>
            <a:lvl1pPr marL="0" indent="0" algn="ctr">
              <a:lnSpc>
                <a:spcPct val="100000"/>
              </a:lnSpc>
              <a:buNone/>
              <a:defRPr lang="en-US" sz="1000" b="0" i="0" kern="1200" spc="0" baseline="0" dirty="0">
                <a:solidFill>
                  <a:schemeClr val="tx1"/>
                </a:solidFill>
                <a:latin typeface="+mn-lt"/>
                <a:ea typeface="+mn-ea"/>
                <a:cs typeface="Segoe Sans Small" pitchFamily="2" charset="0"/>
              </a:defRPr>
            </a:lvl1pPr>
          </a:lstStyle>
          <a:p>
            <a:r>
              <a:rPr lang="en-US"/>
              <a:t>Drag &amp; drop your photo here </a:t>
            </a:r>
            <a:br>
              <a:rPr lang="en-US"/>
            </a:br>
            <a:r>
              <a:rPr lang="en-US"/>
              <a:t>or click or tap icon below 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6714744" y="5334000"/>
            <a:ext cx="4892040" cy="276999"/>
          </a:xfrm>
        </p:spPr>
        <p:txBody>
          <a:bodyPr/>
          <a:lstStyle>
            <a:lvl1pPr marL="0" indent="0" algn="ctr">
              <a:spcBef>
                <a:spcPts val="0"/>
              </a:spcBef>
              <a:buNone/>
              <a:defRPr sz="1800" b="0" i="0">
                <a:latin typeface="+mn-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6129528" y="2286000"/>
            <a:ext cx="6062472" cy="2807208"/>
          </a:xfrm>
          <a:solidFill>
            <a:schemeClr val="bg2"/>
          </a:solidFill>
        </p:spPr>
        <p:txBody>
          <a:bodyPr lIns="0" tIns="0" rIns="0" bIns="731520" anchor="ctr" anchorCtr="0">
            <a:noAutofit/>
          </a:bodyPr>
          <a:lstStyle>
            <a:lvl1pPr marL="0" indent="0" algn="ctr">
              <a:lnSpc>
                <a:spcPct val="100000"/>
              </a:lnSpc>
              <a:buNone/>
              <a:defRPr lang="en-US" sz="1000" b="0" i="0" kern="1200" spc="0" baseline="0" dirty="0">
                <a:solidFill>
                  <a:schemeClr val="tx1"/>
                </a:solidFill>
                <a:latin typeface="+mn-lt"/>
                <a:ea typeface="+mn-ea"/>
                <a:cs typeface="Segoe Sans Small" pitchFamily="2" charset="0"/>
              </a:defRPr>
            </a:lvl1pPr>
          </a:lstStyle>
          <a:p>
            <a:r>
              <a:rPr lang="en-US"/>
              <a:t>Drag &amp; drop your photo here </a:t>
            </a:r>
            <a:br>
              <a:rPr lang="en-US"/>
            </a:br>
            <a:r>
              <a:rPr lang="en-US"/>
              <a:t>or click or tap icon below to insert</a:t>
            </a:r>
          </a:p>
        </p:txBody>
      </p:sp>
      <p:sp>
        <p:nvSpPr>
          <p:cNvPr id="4" name="TextBox 3">
            <a:extLst>
              <a:ext uri="{FF2B5EF4-FFF2-40B4-BE49-F238E27FC236}">
                <a16:creationId xmlns:a16="http://schemas.microsoft.com/office/drawing/2014/main" id="{6AAE597A-BE1E-6B1F-960D-A90DC95443A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b="0" i="0">
                <a:solidFill>
                  <a:srgbClr val="A3A3A3"/>
                </a:solidFill>
                <a:latin typeface="Segoe UI" panose="020B0502040204020203" pitchFamily="34" charset="0"/>
              </a:rPr>
              <a:t>ELT layout</a:t>
            </a:r>
          </a:p>
        </p:txBody>
      </p:sp>
    </p:spTree>
    <p:extLst>
      <p:ext uri="{BB962C8B-B14F-4D97-AF65-F5344CB8AC3E}">
        <p14:creationId xmlns:p14="http://schemas.microsoft.com/office/powerpoint/2010/main" val="4166138305"/>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4" orient="horz" pos="3209">
          <p15:clr>
            <a:srgbClr val="5ACBF0"/>
          </p15:clr>
        </p15:guide>
        <p15:guide id="5" pos="3826">
          <p15:clr>
            <a:srgbClr val="5ACBF0"/>
          </p15:clr>
        </p15:guide>
        <p15:guide id="6" pos="3859">
          <p15:clr>
            <a:srgbClr val="5ACBF0"/>
          </p15:clr>
        </p15:guide>
        <p15:guide id="11" pos="1910">
          <p15:clr>
            <a:srgbClr val="5ACBF0"/>
          </p15:clr>
        </p15:guide>
        <p15:guide id="12" pos="5770">
          <p15:clr>
            <a:srgbClr val="5ACBF0"/>
          </p15:clr>
        </p15:guide>
        <p15:guide id="13" orient="horz" pos="3360">
          <p15:clr>
            <a:srgbClr val="5ACBF0"/>
          </p15:clr>
        </p15:guide>
        <p15:guide id="14" orient="horz">
          <p15:clr>
            <a:srgbClr val="5ACBF0"/>
          </p15:clr>
        </p15:guide>
        <p15:guide id="15" pos="3451">
          <p15:clr>
            <a:srgbClr val="5ACBF0"/>
          </p15:clr>
        </p15:guide>
        <p15:guide id="16" pos="4229">
          <p15:clr>
            <a:srgbClr val="5ACBF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Three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7"/>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4800600"/>
            <a:ext cx="2852928" cy="553998"/>
          </a:xfrm>
        </p:spPr>
        <p:txBody>
          <a:bodyPr/>
          <a:lstStyle>
            <a:lvl1pPr marL="0" indent="0" algn="ctr">
              <a:spcBef>
                <a:spcPts val="0"/>
              </a:spcBef>
              <a:buNone/>
              <a:defRPr sz="1800" b="0" i="0">
                <a:latin typeface="+mn-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4023360" cy="2286000"/>
          </a:xfrm>
          <a:solidFill>
            <a:schemeClr val="bg2"/>
          </a:solidFill>
        </p:spPr>
        <p:txBody>
          <a:bodyPr lIns="0" tIns="0" rIns="0" bIns="731520" anchor="ctr" anchorCtr="0">
            <a:noAutofit/>
          </a:bodyPr>
          <a:lstStyle>
            <a:lvl1pPr marL="0" indent="0" algn="ctr">
              <a:lnSpc>
                <a:spcPct val="100000"/>
              </a:lnSpc>
              <a:buNone/>
              <a:defRPr lang="en-US" sz="1000" b="0" i="0" kern="1200" spc="0" baseline="0" dirty="0">
                <a:solidFill>
                  <a:schemeClr val="tx1"/>
                </a:solidFill>
                <a:latin typeface="+mn-lt"/>
                <a:ea typeface="+mn-ea"/>
                <a:cs typeface="Segoe Sans Small" pitchFamily="2" charset="0"/>
              </a:defRPr>
            </a:lvl1pPr>
          </a:lstStyle>
          <a:p>
            <a:r>
              <a:rPr lang="en-US"/>
              <a:t>Drag &amp; drop your photo here </a:t>
            </a:r>
            <a:br>
              <a:rPr lang="en-US"/>
            </a:br>
            <a:r>
              <a:rPr lang="en-US"/>
              <a:t>or click or tap icon below 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4669536" y="4799409"/>
            <a:ext cx="2852928" cy="553998"/>
          </a:xfrm>
        </p:spPr>
        <p:txBody>
          <a:bodyPr/>
          <a:lstStyle>
            <a:lvl1pPr marL="0" indent="0" algn="ctr">
              <a:spcBef>
                <a:spcPts val="0"/>
              </a:spcBef>
              <a:buNone/>
              <a:defRPr lang="en-US" sz="1800" b="0" i="0" kern="1200" spc="0" baseline="0" dirty="0">
                <a:solidFill>
                  <a:schemeClr val="tx1"/>
                </a:solidFill>
                <a:latin typeface="+mn-lt"/>
                <a:ea typeface="+mn-ea"/>
                <a:cs typeface="Segoe UI" panose="020B0502040204020203" pitchFamily="34" charset="0"/>
              </a:defRPr>
            </a:lvl1pPr>
          </a:lstStyle>
          <a:p>
            <a:pPr marL="0" marR="0" lvl="0" indent="0" algn="ctr" defTabSz="932742" rtl="0" eaLnBrk="1" fontAlgn="auto" latinLnBrk="0" hangingPunct="1">
              <a:lnSpc>
                <a:spcPct val="100000"/>
              </a:lnSpc>
              <a:spcBef>
                <a:spcPts val="0"/>
              </a:spcBef>
              <a:spcAft>
                <a:spcPts val="0"/>
              </a:spcAft>
              <a:buClrTx/>
              <a:buSzPct val="90000"/>
              <a:buFont typeface="Wingdings" panose="05000000000000000000" pitchFamily="2" charset="2"/>
              <a:buNone/>
              <a:tabLst/>
            </a:pPr>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4084320" y="2286000"/>
            <a:ext cx="4023360" cy="2286000"/>
          </a:xfrm>
          <a:solidFill>
            <a:schemeClr val="bg2"/>
          </a:solidFill>
        </p:spPr>
        <p:txBody>
          <a:bodyPr lIns="0" tIns="0" rIns="0" bIns="731520" anchor="ctr" anchorCtr="0">
            <a:noAutofit/>
          </a:bodyPr>
          <a:lstStyle>
            <a:lvl1pPr marL="0" indent="0" algn="ctr">
              <a:lnSpc>
                <a:spcPct val="100000"/>
              </a:lnSpc>
              <a:buNone/>
              <a:defRPr lang="en-US" sz="1000" b="0" i="0" kern="1200" spc="0" baseline="0" dirty="0">
                <a:solidFill>
                  <a:schemeClr val="tx1"/>
                </a:solidFill>
                <a:latin typeface="+mn-lt"/>
                <a:ea typeface="+mn-ea"/>
                <a:cs typeface="Segoe Sans Small" pitchFamily="2" charset="0"/>
              </a:defRPr>
            </a:lvl1pPr>
          </a:lstStyle>
          <a:p>
            <a:r>
              <a:rPr lang="en-US"/>
              <a:t>Drag &amp; drop your photo here </a:t>
            </a:r>
            <a:br>
              <a:rPr lang="en-US"/>
            </a:br>
            <a:r>
              <a:rPr lang="en-US"/>
              <a:t>or click or tap icon below 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8753856" y="4799410"/>
            <a:ext cx="2852928" cy="553998"/>
          </a:xfrm>
        </p:spPr>
        <p:txBody>
          <a:bodyPr/>
          <a:lstStyle>
            <a:lvl1pPr marL="0" indent="0" algn="ctr">
              <a:spcBef>
                <a:spcPts val="0"/>
              </a:spcBef>
              <a:buNone/>
              <a:defRPr lang="en-US" sz="1800" b="0" i="0" kern="1200" spc="0" baseline="0" dirty="0">
                <a:solidFill>
                  <a:schemeClr val="tx1"/>
                </a:solidFill>
                <a:latin typeface="+mn-lt"/>
                <a:ea typeface="+mn-ea"/>
                <a:cs typeface="Segoe UI" panose="020B0502040204020203" pitchFamily="34" charset="0"/>
              </a:defRPr>
            </a:lvl1pPr>
          </a:lstStyle>
          <a:p>
            <a:pPr marL="0" marR="0" lvl="0" indent="0" algn="ctr" defTabSz="932742" rtl="0" eaLnBrk="1" fontAlgn="auto" latinLnBrk="0" hangingPunct="1">
              <a:lnSpc>
                <a:spcPct val="100000"/>
              </a:lnSpc>
              <a:spcBef>
                <a:spcPts val="0"/>
              </a:spcBef>
              <a:spcAft>
                <a:spcPts val="0"/>
              </a:spcAft>
              <a:buClrTx/>
              <a:buSzPct val="90000"/>
              <a:buFont typeface="Wingdings" panose="05000000000000000000" pitchFamily="2" charset="2"/>
              <a:buNone/>
              <a:tabLst/>
            </a:pPr>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8168640" y="2286000"/>
            <a:ext cx="4023360" cy="2286000"/>
          </a:xfrm>
          <a:solidFill>
            <a:schemeClr val="bg2"/>
          </a:solidFill>
        </p:spPr>
        <p:txBody>
          <a:bodyPr lIns="0" tIns="0" rIns="0" bIns="731520" anchor="ctr" anchorCtr="0">
            <a:noAutofit/>
          </a:bodyPr>
          <a:lstStyle>
            <a:lvl1pPr marL="0" indent="0" algn="ctr">
              <a:lnSpc>
                <a:spcPct val="100000"/>
              </a:lnSpc>
              <a:buNone/>
              <a:defRPr lang="en-US" sz="1000" b="0" i="0" kern="1200" spc="0" baseline="0" dirty="0">
                <a:solidFill>
                  <a:schemeClr val="tx1"/>
                </a:solidFill>
                <a:latin typeface="+mn-lt"/>
                <a:ea typeface="+mn-ea"/>
                <a:cs typeface="Segoe Sans Small" pitchFamily="2" charset="0"/>
              </a:defRPr>
            </a:lvl1pPr>
          </a:lstStyle>
          <a:p>
            <a:r>
              <a:rPr lang="en-US"/>
              <a:t>Drag &amp; drop your photo here </a:t>
            </a:r>
            <a:br>
              <a:rPr lang="en-US"/>
            </a:br>
            <a:r>
              <a:rPr lang="en-US"/>
              <a:t>or click or tap icon below to insert</a:t>
            </a:r>
          </a:p>
        </p:txBody>
      </p:sp>
      <p:sp>
        <p:nvSpPr>
          <p:cNvPr id="3" name="TextBox 2">
            <a:extLst>
              <a:ext uri="{FF2B5EF4-FFF2-40B4-BE49-F238E27FC236}">
                <a16:creationId xmlns:a16="http://schemas.microsoft.com/office/drawing/2014/main" id="{42B999C7-F5A8-46A6-92C5-AA3BE4E2693D}"/>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b="0" i="0">
                <a:solidFill>
                  <a:srgbClr val="A3A3A3"/>
                </a:solidFill>
                <a:latin typeface="Segoe UI" panose="020B0502040204020203" pitchFamily="34" charset="0"/>
              </a:rPr>
              <a:t>ELT layout</a:t>
            </a:r>
          </a:p>
        </p:txBody>
      </p:sp>
    </p:spTree>
    <p:extLst>
      <p:ext uri="{BB962C8B-B14F-4D97-AF65-F5344CB8AC3E}">
        <p14:creationId xmlns:p14="http://schemas.microsoft.com/office/powerpoint/2010/main" val="2736824570"/>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5" pos="2534">
          <p15:clr>
            <a:srgbClr val="5ACBF0"/>
          </p15:clr>
        </p15:guide>
        <p15:guide id="6" pos="2573">
          <p15:clr>
            <a:srgbClr val="5ACBF0"/>
          </p15:clr>
        </p15:guide>
        <p15:guide id="8" pos="5109">
          <p15:clr>
            <a:srgbClr val="5ACBF0"/>
          </p15:clr>
        </p15:guide>
        <p15:guide id="9" pos="5145">
          <p15:clr>
            <a:srgbClr val="5ACBF0"/>
          </p15:clr>
        </p15:guide>
        <p15:guide id="11" pos="1266">
          <p15:clr>
            <a:srgbClr val="5ACBF0"/>
          </p15:clr>
        </p15:guide>
        <p15:guide id="12" pos="3840">
          <p15:clr>
            <a:srgbClr val="5ACBF0"/>
          </p15:clr>
        </p15:guide>
        <p15:guide id="13" pos="6414">
          <p15:clr>
            <a:srgbClr val="5ACBF0"/>
          </p15:clr>
        </p15:guide>
        <p15:guide id="14" orient="horz" pos="1074">
          <p15:clr>
            <a:srgbClr val="5ACBF0"/>
          </p15:clr>
        </p15:guide>
        <p15:guide id="15" pos="2168">
          <p15:clr>
            <a:srgbClr val="5ACBF0"/>
          </p15:clr>
        </p15:guide>
        <p15:guide id="16" pos="2944">
          <p15:clr>
            <a:srgbClr val="5ACBF0"/>
          </p15:clr>
        </p15:guide>
        <p15:guide id="17" pos="4738">
          <p15:clr>
            <a:srgbClr val="5ACBF0"/>
          </p15:clr>
        </p15:guide>
        <p15:guide id="18" pos="5514">
          <p15:clr>
            <a:srgbClr val="5ACBF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Four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4800600"/>
            <a:ext cx="1828800" cy="553998"/>
          </a:xfrm>
        </p:spPr>
        <p:txBody>
          <a:bodyPr/>
          <a:lstStyle>
            <a:lvl1pPr marL="0" indent="0" algn="ctr">
              <a:spcBef>
                <a:spcPts val="0"/>
              </a:spcBef>
              <a:buNone/>
              <a:defRPr sz="1800" b="0" i="0">
                <a:latin typeface="+mn-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2999232" cy="2286000"/>
          </a:xfrm>
          <a:solidFill>
            <a:schemeClr val="bg2"/>
          </a:solidFill>
        </p:spPr>
        <p:txBody>
          <a:bodyPr lIns="0" tIns="0" rIns="0" bIns="731520" anchor="ctr" anchorCtr="0">
            <a:noAutofit/>
          </a:bodyPr>
          <a:lstStyle>
            <a:lvl1pPr marL="0" indent="0" algn="ctr">
              <a:lnSpc>
                <a:spcPct val="100000"/>
              </a:lnSpc>
              <a:buNone/>
              <a:defRPr lang="en-US" sz="1000" b="0" i="0" kern="1200" spc="0" baseline="0" dirty="0">
                <a:solidFill>
                  <a:schemeClr val="tx1"/>
                </a:solidFill>
                <a:latin typeface="+mn-lt"/>
                <a:ea typeface="+mn-ea"/>
                <a:cs typeface="Segoe Sans Small" pitchFamily="2" charset="0"/>
              </a:defRPr>
            </a:lvl1pPr>
          </a:lstStyle>
          <a:p>
            <a:r>
              <a:rPr lang="en-US"/>
              <a:t>Drag &amp; drop your photo here </a:t>
            </a:r>
            <a:br>
              <a:rPr lang="en-US"/>
            </a:br>
            <a:r>
              <a:rPr lang="en-US"/>
              <a:t>or click or tap icon below 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3649472" y="4799409"/>
            <a:ext cx="1828800" cy="553998"/>
          </a:xfrm>
        </p:spPr>
        <p:txBody>
          <a:bodyPr/>
          <a:lstStyle>
            <a:lvl1pPr marL="0" indent="0" algn="ctr">
              <a:spcBef>
                <a:spcPts val="0"/>
              </a:spcBef>
              <a:buNone/>
              <a:defRPr lang="en-US" sz="1800" b="0" i="0" kern="1200" spc="0" baseline="0" dirty="0">
                <a:solidFill>
                  <a:schemeClr val="tx1"/>
                </a:solidFill>
                <a:latin typeface="+mn-lt"/>
                <a:ea typeface="+mn-ea"/>
                <a:cs typeface="Segoe UI" panose="020B0502040204020203" pitchFamily="34" charset="0"/>
              </a:defRPr>
            </a:lvl1pPr>
          </a:lstStyle>
          <a:p>
            <a:pPr marL="0" marR="0" lvl="0" indent="0" algn="ctr" defTabSz="932742" rtl="0" eaLnBrk="1" fontAlgn="auto" latinLnBrk="0" hangingPunct="1">
              <a:lnSpc>
                <a:spcPct val="100000"/>
              </a:lnSpc>
              <a:spcBef>
                <a:spcPts val="0"/>
              </a:spcBef>
              <a:spcAft>
                <a:spcPts val="0"/>
              </a:spcAft>
              <a:buClrTx/>
              <a:buSzPct val="90000"/>
              <a:buFont typeface="Wingdings" panose="05000000000000000000" pitchFamily="2" charset="2"/>
              <a:buNone/>
              <a:tabLst/>
            </a:pPr>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3064256" y="2286000"/>
            <a:ext cx="2999232" cy="2286000"/>
          </a:xfrm>
          <a:solidFill>
            <a:schemeClr val="bg2"/>
          </a:solidFill>
        </p:spPr>
        <p:txBody>
          <a:bodyPr lIns="0" tIns="0" rIns="0" bIns="731520" anchor="ctr" anchorCtr="0">
            <a:noAutofit/>
          </a:bodyPr>
          <a:lstStyle>
            <a:lvl1pPr marL="0" indent="0" algn="ctr">
              <a:lnSpc>
                <a:spcPct val="100000"/>
              </a:lnSpc>
              <a:buNone/>
              <a:defRPr lang="en-US" sz="1000" b="0" i="0" kern="1200" spc="0" baseline="0" dirty="0">
                <a:solidFill>
                  <a:schemeClr val="tx1"/>
                </a:solidFill>
                <a:latin typeface="+mn-lt"/>
                <a:ea typeface="+mn-ea"/>
                <a:cs typeface="Segoe Sans Small" pitchFamily="2" charset="0"/>
              </a:defRPr>
            </a:lvl1pPr>
          </a:lstStyle>
          <a:p>
            <a:r>
              <a:rPr lang="en-US"/>
              <a:t>Drag &amp; drop your photo here </a:t>
            </a:r>
            <a:br>
              <a:rPr lang="en-US"/>
            </a:br>
            <a:r>
              <a:rPr lang="en-US"/>
              <a:t>or click or tap icon below 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6713728" y="4799410"/>
            <a:ext cx="1828800" cy="553998"/>
          </a:xfrm>
        </p:spPr>
        <p:txBody>
          <a:bodyPr/>
          <a:lstStyle>
            <a:lvl1pPr marL="0" indent="0" algn="ctr">
              <a:spcBef>
                <a:spcPts val="0"/>
              </a:spcBef>
              <a:buNone/>
              <a:defRPr lang="en-US" sz="1800" b="0" i="0" kern="1200" spc="0" baseline="0" dirty="0">
                <a:solidFill>
                  <a:schemeClr val="tx1"/>
                </a:solidFill>
                <a:latin typeface="+mn-lt"/>
                <a:ea typeface="+mn-ea"/>
                <a:cs typeface="Segoe UI" panose="020B0502040204020203" pitchFamily="34" charset="0"/>
              </a:defRPr>
            </a:lvl1pPr>
          </a:lstStyle>
          <a:p>
            <a:pPr marL="0" marR="0" lvl="0" indent="0" algn="ctr" defTabSz="932742" rtl="0" eaLnBrk="1" fontAlgn="auto" latinLnBrk="0" hangingPunct="1">
              <a:lnSpc>
                <a:spcPct val="100000"/>
              </a:lnSpc>
              <a:spcBef>
                <a:spcPts val="0"/>
              </a:spcBef>
              <a:spcAft>
                <a:spcPts val="0"/>
              </a:spcAft>
              <a:buClrTx/>
              <a:buSzPct val="90000"/>
              <a:buFont typeface="Wingdings" panose="05000000000000000000" pitchFamily="2" charset="2"/>
              <a:buNone/>
              <a:tabLst/>
            </a:pPr>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6128512" y="2286000"/>
            <a:ext cx="2999232" cy="2286000"/>
          </a:xfrm>
          <a:solidFill>
            <a:schemeClr val="bg2"/>
          </a:solidFill>
        </p:spPr>
        <p:txBody>
          <a:bodyPr lIns="0" tIns="0" rIns="0" bIns="731520" anchor="ctr" anchorCtr="0">
            <a:noAutofit/>
          </a:bodyPr>
          <a:lstStyle>
            <a:lvl1pPr marL="0" indent="0" algn="ctr">
              <a:lnSpc>
                <a:spcPct val="100000"/>
              </a:lnSpc>
              <a:buNone/>
              <a:defRPr lang="en-US" sz="1000" b="0" i="0" kern="1200" spc="0" baseline="0" dirty="0">
                <a:solidFill>
                  <a:schemeClr val="tx1"/>
                </a:solidFill>
                <a:latin typeface="+mn-lt"/>
                <a:ea typeface="+mn-ea"/>
                <a:cs typeface="Segoe Sans Small" pitchFamily="2" charset="0"/>
              </a:defRPr>
            </a:lvl1pPr>
          </a:lstStyle>
          <a:p>
            <a:r>
              <a:rPr lang="en-US"/>
              <a:t>Drag &amp; drop your photo here </a:t>
            </a:r>
            <a:br>
              <a:rPr lang="en-US"/>
            </a:br>
            <a:r>
              <a:rPr lang="en-US"/>
              <a:t>or click or tap icon below to insert</a:t>
            </a:r>
          </a:p>
        </p:txBody>
      </p:sp>
      <p:sp>
        <p:nvSpPr>
          <p:cNvPr id="18" name="Text Placeholder 3">
            <a:extLst>
              <a:ext uri="{FF2B5EF4-FFF2-40B4-BE49-F238E27FC236}">
                <a16:creationId xmlns:a16="http://schemas.microsoft.com/office/drawing/2014/main" id="{83564109-638C-44E2-AE84-46B44C29FD6C}"/>
              </a:ext>
            </a:extLst>
          </p:cNvPr>
          <p:cNvSpPr>
            <a:spLocks noGrp="1"/>
          </p:cNvSpPr>
          <p:nvPr>
            <p:ph type="body" sz="quarter" idx="20"/>
          </p:nvPr>
        </p:nvSpPr>
        <p:spPr>
          <a:xfrm>
            <a:off x="9777984" y="4799409"/>
            <a:ext cx="1828800" cy="553998"/>
          </a:xfrm>
        </p:spPr>
        <p:txBody>
          <a:bodyPr/>
          <a:lstStyle>
            <a:lvl1pPr marL="0" indent="0" algn="ctr">
              <a:spcBef>
                <a:spcPts val="0"/>
              </a:spcBef>
              <a:buNone/>
              <a:defRPr lang="en-US" sz="1800" b="0" i="0" kern="1200" spc="0" baseline="0" dirty="0">
                <a:solidFill>
                  <a:schemeClr val="tx1"/>
                </a:solidFill>
                <a:latin typeface="+mn-lt"/>
                <a:ea typeface="+mn-ea"/>
                <a:cs typeface="Segoe UI" panose="020B0502040204020203" pitchFamily="34" charset="0"/>
              </a:defRPr>
            </a:lvl1pPr>
          </a:lstStyle>
          <a:p>
            <a:pPr marL="0" marR="0" lvl="0" indent="0" algn="ctr" defTabSz="932742" rtl="0" eaLnBrk="1" fontAlgn="auto" latinLnBrk="0" hangingPunct="1">
              <a:lnSpc>
                <a:spcPct val="100000"/>
              </a:lnSpc>
              <a:spcBef>
                <a:spcPts val="0"/>
              </a:spcBef>
              <a:spcAft>
                <a:spcPts val="0"/>
              </a:spcAft>
              <a:buClrTx/>
              <a:buSzPct val="90000"/>
              <a:buFont typeface="Wingdings" panose="05000000000000000000" pitchFamily="2" charset="2"/>
              <a:buNone/>
              <a:tabLst/>
            </a:pPr>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13AAE36-2045-4D14-87DC-59D4EFCC1500}"/>
              </a:ext>
            </a:extLst>
          </p:cNvPr>
          <p:cNvSpPr>
            <a:spLocks noGrp="1"/>
          </p:cNvSpPr>
          <p:nvPr>
            <p:ph type="pic" sz="quarter" idx="19" hasCustomPrompt="1"/>
          </p:nvPr>
        </p:nvSpPr>
        <p:spPr bwMode="ltGray">
          <a:xfrm>
            <a:off x="9192768" y="2286000"/>
            <a:ext cx="2999232" cy="2286000"/>
          </a:xfrm>
          <a:solidFill>
            <a:schemeClr val="bg2"/>
          </a:solidFill>
        </p:spPr>
        <p:txBody>
          <a:bodyPr lIns="0" tIns="0" rIns="0" bIns="731520" anchor="ctr" anchorCtr="0">
            <a:noAutofit/>
          </a:bodyPr>
          <a:lstStyle>
            <a:lvl1pPr marL="0" indent="0" algn="ctr">
              <a:lnSpc>
                <a:spcPct val="100000"/>
              </a:lnSpc>
              <a:buNone/>
              <a:defRPr lang="en-US" sz="1000" b="0" i="0" kern="1200" spc="0" baseline="0" dirty="0">
                <a:solidFill>
                  <a:schemeClr val="tx1"/>
                </a:solidFill>
                <a:latin typeface="+mn-lt"/>
                <a:ea typeface="+mn-ea"/>
                <a:cs typeface="Segoe Sans Small" pitchFamily="2" charset="0"/>
              </a:defRPr>
            </a:lvl1pPr>
          </a:lstStyle>
          <a:p>
            <a:r>
              <a:rPr lang="en-US"/>
              <a:t>Drag &amp; drop your photo here </a:t>
            </a:r>
            <a:br>
              <a:rPr lang="en-US"/>
            </a:br>
            <a:r>
              <a:rPr lang="en-US"/>
              <a:t>or click or tap icon below to insert</a:t>
            </a:r>
          </a:p>
        </p:txBody>
      </p:sp>
      <p:sp>
        <p:nvSpPr>
          <p:cNvPr id="3" name="TextBox 2">
            <a:extLst>
              <a:ext uri="{FF2B5EF4-FFF2-40B4-BE49-F238E27FC236}">
                <a16:creationId xmlns:a16="http://schemas.microsoft.com/office/drawing/2014/main" id="{B2FE569B-F817-467C-8BAC-558CE9824DBA}"/>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b="0" i="0">
                <a:solidFill>
                  <a:srgbClr val="A3A3A3"/>
                </a:solidFill>
                <a:latin typeface="Segoe UI" panose="020B0502040204020203" pitchFamily="34" charset="0"/>
              </a:rPr>
              <a:t>ELT layout</a:t>
            </a:r>
          </a:p>
        </p:txBody>
      </p:sp>
    </p:spTree>
    <p:extLst>
      <p:ext uri="{BB962C8B-B14F-4D97-AF65-F5344CB8AC3E}">
        <p14:creationId xmlns:p14="http://schemas.microsoft.com/office/powerpoint/2010/main" val="38010186"/>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5" pos="1890">
          <p15:clr>
            <a:srgbClr val="5ACBF0"/>
          </p15:clr>
        </p15:guide>
        <p15:guide id="6" pos="1930">
          <p15:clr>
            <a:srgbClr val="5ACBF0"/>
          </p15:clr>
        </p15:guide>
        <p15:guide id="7" pos="5749">
          <p15:clr>
            <a:srgbClr val="5ACBF0"/>
          </p15:clr>
        </p15:guide>
        <p15:guide id="8" pos="3820">
          <p15:clr>
            <a:srgbClr val="5ACBF0"/>
          </p15:clr>
        </p15:guide>
        <p15:guide id="9" pos="3860">
          <p15:clr>
            <a:srgbClr val="5ACBF0"/>
          </p15:clr>
        </p15:guide>
        <p15:guide id="10" pos="5789">
          <p15:clr>
            <a:srgbClr val="5ACBF0"/>
          </p15:clr>
        </p15:guide>
        <p15:guide id="11" pos="944">
          <p15:clr>
            <a:srgbClr val="5ACBF0"/>
          </p15:clr>
        </p15:guide>
        <p15:guide id="12" pos="2876">
          <p15:clr>
            <a:srgbClr val="5ACBF0"/>
          </p15:clr>
        </p15:guide>
        <p15:guide id="13" pos="4807">
          <p15:clr>
            <a:srgbClr val="5ACBF0"/>
          </p15:clr>
        </p15:guide>
        <p15:guide id="14" pos="6736">
          <p15:clr>
            <a:srgbClr val="5ACBF0"/>
          </p15:clr>
        </p15:guide>
        <p15:guide id="15" orient="horz">
          <p15:clr>
            <a:srgbClr val="5ACBF0"/>
          </p15:clr>
        </p15:guide>
        <p15:guide id="16" pos="1524">
          <p15:clr>
            <a:srgbClr val="5ACBF0"/>
          </p15:clr>
        </p15:guide>
        <p15:guide id="17" pos="2298">
          <p15:clr>
            <a:srgbClr val="5ACBF0"/>
          </p15:clr>
        </p15:guide>
        <p15:guide id="18" pos="3450">
          <p15:clr>
            <a:srgbClr val="5ACBF0"/>
          </p15:clr>
        </p15:guide>
        <p15:guide id="19" pos="4230">
          <p15:clr>
            <a:srgbClr val="5ACBF0"/>
          </p15:clr>
        </p15:guide>
        <p15:guide id="20" pos="5380">
          <p15:clr>
            <a:srgbClr val="5ACBF0"/>
          </p15:clr>
        </p15:guide>
        <p15:guide id="21" pos="6156">
          <p15:clr>
            <a:srgbClr val="5ACBF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Five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292608" y="4800600"/>
            <a:ext cx="1801368" cy="553998"/>
          </a:xfrm>
        </p:spPr>
        <p:txBody>
          <a:bodyPr/>
          <a:lstStyle>
            <a:lvl1pPr marL="0" indent="0" algn="ctr">
              <a:spcBef>
                <a:spcPts val="0"/>
              </a:spcBef>
              <a:buNone/>
              <a:defRPr sz="1800" b="0" i="0">
                <a:latin typeface="+mn-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2386584" cy="2286000"/>
          </a:xfrm>
          <a:solidFill>
            <a:schemeClr val="bg2"/>
          </a:solidFill>
        </p:spPr>
        <p:txBody>
          <a:bodyPr lIns="0" tIns="0" rIns="0" bIns="731520" anchor="ctr" anchorCtr="0">
            <a:noAutofit/>
          </a:bodyPr>
          <a:lstStyle>
            <a:lvl1pPr marL="0" indent="0" algn="ctr">
              <a:lnSpc>
                <a:spcPct val="100000"/>
              </a:lnSpc>
              <a:buNone/>
              <a:defRPr lang="en-US" sz="1000" b="0" i="0" kern="1200" spc="0" baseline="0" dirty="0">
                <a:solidFill>
                  <a:schemeClr val="tx1"/>
                </a:solidFill>
                <a:latin typeface="+mn-lt"/>
                <a:ea typeface="+mn-ea"/>
                <a:cs typeface="Segoe Sans Small" pitchFamily="2" charset="0"/>
              </a:defRPr>
            </a:lvl1pPr>
          </a:lstStyle>
          <a:p>
            <a:r>
              <a:rPr lang="en-US"/>
              <a:t>Drag &amp; drop your photo here </a:t>
            </a:r>
            <a:br>
              <a:rPr lang="en-US"/>
            </a:br>
            <a:r>
              <a:rPr lang="en-US"/>
              <a:t>or click or tap icon below 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2743962" y="4799409"/>
            <a:ext cx="1801368" cy="553998"/>
          </a:xfrm>
        </p:spPr>
        <p:txBody>
          <a:bodyPr/>
          <a:lstStyle>
            <a:lvl1pPr marL="0" indent="0" algn="ctr">
              <a:spcBef>
                <a:spcPts val="0"/>
              </a:spcBef>
              <a:buNone/>
              <a:defRPr lang="en-US" sz="1800" b="0" i="0" kern="1200" spc="0" baseline="0" dirty="0">
                <a:solidFill>
                  <a:schemeClr val="tx1"/>
                </a:solidFill>
                <a:latin typeface="+mn-lt"/>
                <a:ea typeface="+mn-ea"/>
                <a:cs typeface="Segoe UI" panose="020B0502040204020203" pitchFamily="34" charset="0"/>
              </a:defRPr>
            </a:lvl1pPr>
          </a:lstStyle>
          <a:p>
            <a:pPr marL="0" marR="0" lvl="0" indent="0" algn="ctr" defTabSz="932742" rtl="0" eaLnBrk="1" fontAlgn="auto" latinLnBrk="0" hangingPunct="1">
              <a:lnSpc>
                <a:spcPct val="100000"/>
              </a:lnSpc>
              <a:spcBef>
                <a:spcPts val="0"/>
              </a:spcBef>
              <a:spcAft>
                <a:spcPts val="0"/>
              </a:spcAft>
              <a:buClrTx/>
              <a:buSzPct val="90000"/>
              <a:buFont typeface="Wingdings" panose="05000000000000000000" pitchFamily="2" charset="2"/>
              <a:buNone/>
              <a:tabLst/>
            </a:pPr>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2451354" y="2286000"/>
            <a:ext cx="2386584" cy="2286000"/>
          </a:xfrm>
          <a:solidFill>
            <a:schemeClr val="bg2"/>
          </a:solidFill>
        </p:spPr>
        <p:txBody>
          <a:bodyPr lIns="0" tIns="0" rIns="0" bIns="731520" anchor="ctr" anchorCtr="0">
            <a:noAutofit/>
          </a:bodyPr>
          <a:lstStyle>
            <a:lvl1pPr marL="0" indent="0" algn="ctr">
              <a:lnSpc>
                <a:spcPct val="100000"/>
              </a:lnSpc>
              <a:buNone/>
              <a:defRPr lang="en-US" sz="1000" b="0" i="0" kern="1200" spc="0" baseline="0" dirty="0">
                <a:solidFill>
                  <a:schemeClr val="tx1"/>
                </a:solidFill>
                <a:latin typeface="+mn-lt"/>
                <a:ea typeface="+mn-ea"/>
                <a:cs typeface="Segoe Sans Small" pitchFamily="2" charset="0"/>
              </a:defRPr>
            </a:lvl1pPr>
          </a:lstStyle>
          <a:p>
            <a:r>
              <a:rPr lang="en-US"/>
              <a:t>Drag &amp; drop your photo here </a:t>
            </a:r>
            <a:br>
              <a:rPr lang="en-US"/>
            </a:br>
            <a:r>
              <a:rPr lang="en-US"/>
              <a:t>or click or tap icon below 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5195316" y="4799410"/>
            <a:ext cx="1801368" cy="553998"/>
          </a:xfrm>
        </p:spPr>
        <p:txBody>
          <a:bodyPr/>
          <a:lstStyle>
            <a:lvl1pPr marL="0" indent="0" algn="ctr">
              <a:spcBef>
                <a:spcPts val="0"/>
              </a:spcBef>
              <a:buNone/>
              <a:defRPr lang="en-US" sz="1800" b="0" i="0" kern="1200" spc="0" baseline="0" dirty="0">
                <a:solidFill>
                  <a:schemeClr val="tx1"/>
                </a:solidFill>
                <a:latin typeface="+mn-lt"/>
                <a:ea typeface="+mn-ea"/>
                <a:cs typeface="Segoe UI" panose="020B0502040204020203" pitchFamily="34" charset="0"/>
              </a:defRPr>
            </a:lvl1pPr>
          </a:lstStyle>
          <a:p>
            <a:pPr marL="0" marR="0" lvl="0" indent="0" algn="ctr" defTabSz="932742" rtl="0" eaLnBrk="1" fontAlgn="auto" latinLnBrk="0" hangingPunct="1">
              <a:lnSpc>
                <a:spcPct val="100000"/>
              </a:lnSpc>
              <a:spcBef>
                <a:spcPts val="0"/>
              </a:spcBef>
              <a:spcAft>
                <a:spcPts val="0"/>
              </a:spcAft>
              <a:buClrTx/>
              <a:buSzPct val="90000"/>
              <a:buFont typeface="Wingdings" panose="05000000000000000000" pitchFamily="2" charset="2"/>
              <a:buNone/>
              <a:tabLst/>
            </a:pPr>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4902708" y="2286000"/>
            <a:ext cx="2386584" cy="2286000"/>
          </a:xfrm>
          <a:solidFill>
            <a:schemeClr val="bg2"/>
          </a:solidFill>
        </p:spPr>
        <p:txBody>
          <a:bodyPr lIns="0" tIns="0" rIns="0" bIns="731520" anchor="ctr" anchorCtr="0">
            <a:noAutofit/>
          </a:bodyPr>
          <a:lstStyle>
            <a:lvl1pPr marL="0" indent="0" algn="ctr">
              <a:lnSpc>
                <a:spcPct val="100000"/>
              </a:lnSpc>
              <a:buNone/>
              <a:defRPr lang="en-US" sz="1000" b="0" i="0" kern="1200" spc="0" baseline="0" dirty="0">
                <a:solidFill>
                  <a:schemeClr val="tx1"/>
                </a:solidFill>
                <a:latin typeface="+mn-lt"/>
                <a:ea typeface="+mn-ea"/>
                <a:cs typeface="Segoe Sans Small" pitchFamily="2" charset="0"/>
              </a:defRPr>
            </a:lvl1pPr>
          </a:lstStyle>
          <a:p>
            <a:r>
              <a:rPr lang="en-US"/>
              <a:t>Drag &amp; drop your photo here </a:t>
            </a:r>
            <a:br>
              <a:rPr lang="en-US"/>
            </a:br>
            <a:r>
              <a:rPr lang="en-US"/>
              <a:t>or click or tap icon below to insert</a:t>
            </a:r>
          </a:p>
        </p:txBody>
      </p:sp>
      <p:sp>
        <p:nvSpPr>
          <p:cNvPr id="18" name="Text Placeholder 3">
            <a:extLst>
              <a:ext uri="{FF2B5EF4-FFF2-40B4-BE49-F238E27FC236}">
                <a16:creationId xmlns:a16="http://schemas.microsoft.com/office/drawing/2014/main" id="{83564109-638C-44E2-AE84-46B44C29FD6C}"/>
              </a:ext>
            </a:extLst>
          </p:cNvPr>
          <p:cNvSpPr>
            <a:spLocks noGrp="1"/>
          </p:cNvSpPr>
          <p:nvPr>
            <p:ph type="body" sz="quarter" idx="20"/>
          </p:nvPr>
        </p:nvSpPr>
        <p:spPr>
          <a:xfrm>
            <a:off x="7646670" y="4799409"/>
            <a:ext cx="1801368" cy="553998"/>
          </a:xfrm>
        </p:spPr>
        <p:txBody>
          <a:bodyPr/>
          <a:lstStyle>
            <a:lvl1pPr marL="0" indent="0" algn="ctr">
              <a:spcBef>
                <a:spcPts val="0"/>
              </a:spcBef>
              <a:buNone/>
              <a:defRPr lang="en-US" sz="1800" b="0" i="0" kern="1200" spc="0" baseline="0" dirty="0">
                <a:solidFill>
                  <a:schemeClr val="tx1"/>
                </a:solidFill>
                <a:latin typeface="+mn-lt"/>
                <a:ea typeface="+mn-ea"/>
                <a:cs typeface="Segoe UI" panose="020B0502040204020203" pitchFamily="34" charset="0"/>
              </a:defRPr>
            </a:lvl1pPr>
          </a:lstStyle>
          <a:p>
            <a:pPr marL="0" marR="0" lvl="0" indent="0" algn="ctr" defTabSz="932742" rtl="0" eaLnBrk="1" fontAlgn="auto" latinLnBrk="0" hangingPunct="1">
              <a:lnSpc>
                <a:spcPct val="100000"/>
              </a:lnSpc>
              <a:spcBef>
                <a:spcPts val="0"/>
              </a:spcBef>
              <a:spcAft>
                <a:spcPts val="0"/>
              </a:spcAft>
              <a:buClrTx/>
              <a:buSzPct val="90000"/>
              <a:buFont typeface="Wingdings" panose="05000000000000000000" pitchFamily="2" charset="2"/>
              <a:buNone/>
              <a:tabLst/>
            </a:pPr>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13AAE36-2045-4D14-87DC-59D4EFCC1500}"/>
              </a:ext>
            </a:extLst>
          </p:cNvPr>
          <p:cNvSpPr>
            <a:spLocks noGrp="1"/>
          </p:cNvSpPr>
          <p:nvPr>
            <p:ph type="pic" sz="quarter" idx="19" hasCustomPrompt="1"/>
          </p:nvPr>
        </p:nvSpPr>
        <p:spPr bwMode="ltGray">
          <a:xfrm>
            <a:off x="7354062" y="2286000"/>
            <a:ext cx="2386584" cy="2286000"/>
          </a:xfrm>
          <a:solidFill>
            <a:schemeClr val="bg2"/>
          </a:solidFill>
        </p:spPr>
        <p:txBody>
          <a:bodyPr lIns="0" tIns="0" rIns="0" bIns="731520" anchor="ctr" anchorCtr="0">
            <a:noAutofit/>
          </a:bodyPr>
          <a:lstStyle>
            <a:lvl1pPr marL="0" indent="0" algn="ctr">
              <a:lnSpc>
                <a:spcPct val="100000"/>
              </a:lnSpc>
              <a:buNone/>
              <a:defRPr lang="en-US" sz="1000" b="0" i="0" kern="1200" spc="0" baseline="0" dirty="0">
                <a:solidFill>
                  <a:schemeClr val="tx1"/>
                </a:solidFill>
                <a:latin typeface="+mn-lt"/>
                <a:ea typeface="+mn-ea"/>
                <a:cs typeface="Segoe Sans Small" pitchFamily="2" charset="0"/>
              </a:defRPr>
            </a:lvl1pPr>
          </a:lstStyle>
          <a:p>
            <a:r>
              <a:rPr lang="en-US"/>
              <a:t>Dag &amp; drop your photo here </a:t>
            </a:r>
            <a:br>
              <a:rPr lang="en-US"/>
            </a:br>
            <a:r>
              <a:rPr lang="en-US"/>
              <a:t>or click or tap icon below to insert</a:t>
            </a:r>
          </a:p>
        </p:txBody>
      </p:sp>
      <p:sp>
        <p:nvSpPr>
          <p:cNvPr id="21" name="Text Placeholder 3">
            <a:extLst>
              <a:ext uri="{FF2B5EF4-FFF2-40B4-BE49-F238E27FC236}">
                <a16:creationId xmlns:a16="http://schemas.microsoft.com/office/drawing/2014/main" id="{5B1B6F72-F14C-40F1-8B29-8620AA34DC63}"/>
              </a:ext>
            </a:extLst>
          </p:cNvPr>
          <p:cNvSpPr>
            <a:spLocks noGrp="1"/>
          </p:cNvSpPr>
          <p:nvPr>
            <p:ph type="body" sz="quarter" idx="22"/>
          </p:nvPr>
        </p:nvSpPr>
        <p:spPr>
          <a:xfrm>
            <a:off x="10098024" y="4799409"/>
            <a:ext cx="1801368" cy="553998"/>
          </a:xfrm>
        </p:spPr>
        <p:txBody>
          <a:bodyPr/>
          <a:lstStyle>
            <a:lvl1pPr marL="0" indent="0" algn="ctr">
              <a:spcBef>
                <a:spcPts val="0"/>
              </a:spcBef>
              <a:buNone/>
              <a:defRPr lang="en-US" sz="1800" b="0" i="0" kern="1200" spc="0" baseline="0" dirty="0">
                <a:solidFill>
                  <a:schemeClr val="tx1"/>
                </a:solidFill>
                <a:latin typeface="+mn-lt"/>
                <a:ea typeface="+mn-ea"/>
                <a:cs typeface="Segoe UI" panose="020B0502040204020203" pitchFamily="34" charset="0"/>
              </a:defRPr>
            </a:lvl1pPr>
          </a:lstStyle>
          <a:p>
            <a:pPr marL="0" marR="0" lvl="0" indent="0" algn="ctr" defTabSz="932742" rtl="0" eaLnBrk="1" fontAlgn="auto" latinLnBrk="0" hangingPunct="1">
              <a:lnSpc>
                <a:spcPct val="100000"/>
              </a:lnSpc>
              <a:spcBef>
                <a:spcPts val="0"/>
              </a:spcBef>
              <a:spcAft>
                <a:spcPts val="0"/>
              </a:spcAft>
              <a:buClrTx/>
              <a:buSzPct val="90000"/>
              <a:buFont typeface="Wingdings" panose="05000000000000000000" pitchFamily="2" charset="2"/>
              <a:buNone/>
              <a:tabLst/>
            </a:pPr>
            <a:r>
              <a:rPr lang="en-US"/>
              <a:t>Click to edit Master text styles</a:t>
            </a:r>
          </a:p>
        </p:txBody>
      </p:sp>
      <p:sp>
        <p:nvSpPr>
          <p:cNvPr id="20" name="Picture Placeholder" descr="This photo is a 'placeholder' only. Drag or drop your photo here, or click and tap the center to insert a photo.">
            <a:extLst>
              <a:ext uri="{FF2B5EF4-FFF2-40B4-BE49-F238E27FC236}">
                <a16:creationId xmlns:a16="http://schemas.microsoft.com/office/drawing/2014/main" id="{2AD682C7-20D7-4ED0-99A7-C8530DAC8612}"/>
              </a:ext>
            </a:extLst>
          </p:cNvPr>
          <p:cNvSpPr>
            <a:spLocks noGrp="1"/>
          </p:cNvSpPr>
          <p:nvPr>
            <p:ph type="pic" sz="quarter" idx="21" hasCustomPrompt="1"/>
          </p:nvPr>
        </p:nvSpPr>
        <p:spPr bwMode="ltGray">
          <a:xfrm>
            <a:off x="9805416" y="2286000"/>
            <a:ext cx="2386584" cy="2286000"/>
          </a:xfrm>
          <a:solidFill>
            <a:schemeClr val="bg2"/>
          </a:solidFill>
        </p:spPr>
        <p:txBody>
          <a:bodyPr lIns="0" tIns="0" rIns="0" bIns="731520" anchor="ctr" anchorCtr="0">
            <a:noAutofit/>
          </a:bodyPr>
          <a:lstStyle>
            <a:lvl1pPr marL="0" indent="0" algn="ctr">
              <a:lnSpc>
                <a:spcPct val="100000"/>
              </a:lnSpc>
              <a:buNone/>
              <a:defRPr lang="en-US" sz="1000" b="0" i="0" kern="1200" spc="0" baseline="0" dirty="0">
                <a:solidFill>
                  <a:schemeClr val="tx1"/>
                </a:solidFill>
                <a:latin typeface="+mn-lt"/>
                <a:ea typeface="+mn-ea"/>
                <a:cs typeface="Segoe Sans Small" pitchFamily="2" charset="0"/>
              </a:defRPr>
            </a:lvl1pPr>
          </a:lstStyle>
          <a:p>
            <a:r>
              <a:rPr lang="en-US"/>
              <a:t>Dag &amp; drop your photo here </a:t>
            </a:r>
            <a:br>
              <a:rPr lang="en-US"/>
            </a:br>
            <a:r>
              <a:rPr lang="en-US"/>
              <a:t>or click or tap icon below to insert</a:t>
            </a:r>
          </a:p>
        </p:txBody>
      </p:sp>
      <p:sp>
        <p:nvSpPr>
          <p:cNvPr id="3" name="TextBox 2">
            <a:extLst>
              <a:ext uri="{FF2B5EF4-FFF2-40B4-BE49-F238E27FC236}">
                <a16:creationId xmlns:a16="http://schemas.microsoft.com/office/drawing/2014/main" id="{B2FE569B-F817-467C-8BAC-558CE9824DBA}"/>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b="0" i="0">
                <a:solidFill>
                  <a:srgbClr val="A3A3A3"/>
                </a:solidFill>
                <a:latin typeface="Segoe UI" panose="020B0502040204020203" pitchFamily="34" charset="0"/>
              </a:rPr>
              <a:t>ELT layout</a:t>
            </a:r>
          </a:p>
        </p:txBody>
      </p:sp>
    </p:spTree>
    <p:extLst>
      <p:ext uri="{BB962C8B-B14F-4D97-AF65-F5344CB8AC3E}">
        <p14:creationId xmlns:p14="http://schemas.microsoft.com/office/powerpoint/2010/main" val="3836742160"/>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8" pos="4631">
          <p15:clr>
            <a:srgbClr val="5ACBF0"/>
          </p15:clr>
        </p15:guide>
        <p15:guide id="9" pos="4593">
          <p15:clr>
            <a:srgbClr val="5ACBF0"/>
          </p15:clr>
        </p15:guide>
        <p15:guide id="10" pos="6134">
          <p15:clr>
            <a:srgbClr val="5ACBF0"/>
          </p15:clr>
        </p15:guide>
        <p15:guide id="11" pos="1323">
          <p15:clr>
            <a:srgbClr val="5ACBF0"/>
          </p15:clr>
        </p15:guide>
        <p15:guide id="12" pos="2865">
          <p15:clr>
            <a:srgbClr val="5ACBF0"/>
          </p15:clr>
        </p15:guide>
        <p15:guide id="13" pos="4815">
          <p15:clr>
            <a:srgbClr val="5ACBF0"/>
          </p15:clr>
        </p15:guide>
        <p15:guide id="14" pos="6361">
          <p15:clr>
            <a:srgbClr val="5ACBF0"/>
          </p15:clr>
        </p15:guide>
        <p15:guide id="15" orient="horz">
          <p15:clr>
            <a:srgbClr val="5ACBF0"/>
          </p15:clr>
        </p15:guide>
        <p15:guide id="16" pos="1727">
          <p15:clr>
            <a:srgbClr val="5ACBF0"/>
          </p15:clr>
        </p15:guide>
        <p15:guide id="17" pos="2294">
          <p15:clr>
            <a:srgbClr val="5ACBF0"/>
          </p15:clr>
        </p15:guide>
        <p15:guide id="18" pos="3273">
          <p15:clr>
            <a:srgbClr val="5ACBF0"/>
          </p15:clr>
        </p15:guide>
        <p15:guide id="19" pos="4411">
          <p15:clr>
            <a:srgbClr val="5ACBF0"/>
          </p15:clr>
        </p15:guide>
        <p15:guide id="21" pos="6179">
          <p15:clr>
            <a:srgbClr val="5ACBF0"/>
          </p15:clr>
        </p15:guide>
        <p15:guide id="22" pos="1501">
          <p15:clr>
            <a:srgbClr val="5ACBF0"/>
          </p15:clr>
        </p15:guide>
        <p15:guide id="23" pos="1543">
          <p15:clr>
            <a:srgbClr val="5ACBF0"/>
          </p15:clr>
        </p15:guide>
        <p15:guide id="24" pos="3049">
          <p15:clr>
            <a:srgbClr val="5ACBF0"/>
          </p15:clr>
        </p15:guide>
        <p15:guide id="25" pos="3088">
          <p15:clr>
            <a:srgbClr val="5ACBF0"/>
          </p15:clr>
        </p15:guide>
        <p15:guide id="26" pos="5954">
          <p15:clr>
            <a:srgbClr val="5ACBF0"/>
          </p15:clr>
        </p15:guide>
        <p15:guide id="27" pos="3840">
          <p15:clr>
            <a:srgbClr val="5ACBF0"/>
          </p15:clr>
        </p15:guide>
        <p15:guide id="28" pos="5386">
          <p15:clr>
            <a:srgbClr val="5ACBF0"/>
          </p15:clr>
        </p15:guide>
        <p15:guide id="29" pos="753">
          <p15:clr>
            <a:srgbClr val="5ACBF0"/>
          </p15:clr>
        </p15:guide>
        <p15:guide id="30" pos="6927">
          <p15:clr>
            <a:srgbClr val="5ACBF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Three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8962"/>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2037906" y="2286000"/>
            <a:ext cx="2313432" cy="2313432"/>
          </a:xfrm>
          <a:prstGeom prst="ellipse">
            <a:avLst/>
          </a:prstGeom>
          <a:solidFill>
            <a:schemeClr val="bg2"/>
          </a:solidFill>
        </p:spPr>
        <p:txBody>
          <a:bodyPr lIns="0" tIns="0" rIns="0" bIns="594360" anchor="ctr" anchorCtr="0">
            <a:noAutofit/>
          </a:bodyPr>
          <a:lstStyle>
            <a:lvl1pPr marL="0" indent="0" algn="ctr">
              <a:lnSpc>
                <a:spcPct val="100000"/>
              </a:lnSpc>
              <a:buNone/>
              <a:defRPr lang="en-US" sz="800" b="0" i="0" kern="1200" spc="0" baseline="0" dirty="0">
                <a:solidFill>
                  <a:schemeClr val="tx1"/>
                </a:solidFill>
                <a:latin typeface="+mn-lt"/>
                <a:ea typeface="+mn-ea"/>
                <a:cs typeface="Segoe Sans Small" pitchFamily="2" charset="0"/>
              </a:defRPr>
            </a:lvl1pPr>
          </a:lstStyle>
          <a:p>
            <a:r>
              <a:rPr lang="en-US"/>
              <a:t>Drag &amp; drop your photo here </a:t>
            </a:r>
            <a:br>
              <a:rPr lang="en-US"/>
            </a:br>
            <a:r>
              <a:rPr lang="en-US"/>
              <a:t>or click or tap icon 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2037906" y="4800600"/>
            <a:ext cx="2313432" cy="553998"/>
          </a:xfrm>
        </p:spPr>
        <p:txBody>
          <a:bodyPr/>
          <a:lstStyle>
            <a:lvl1pPr marL="0" indent="0" algn="ctr">
              <a:spcBef>
                <a:spcPts val="0"/>
              </a:spcBef>
              <a:buNone/>
              <a:defRPr sz="1800" b="0" i="0">
                <a:latin typeface="+mn-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4939284" y="2286000"/>
            <a:ext cx="2313432" cy="2313432"/>
          </a:xfrm>
          <a:prstGeom prst="ellipse">
            <a:avLst/>
          </a:prstGeom>
          <a:solidFill>
            <a:schemeClr val="bg2"/>
          </a:solidFill>
        </p:spPr>
        <p:txBody>
          <a:bodyPr lIns="0" tIns="0" rIns="0" bIns="594360" anchor="ctr" anchorCtr="0">
            <a:noAutofit/>
          </a:bodyPr>
          <a:lstStyle>
            <a:lvl1pPr marL="0" indent="0" algn="ctr">
              <a:lnSpc>
                <a:spcPct val="100000"/>
              </a:lnSpc>
              <a:buNone/>
              <a:defRPr lang="en-US" sz="800" b="0" i="0" kern="1200" spc="0" baseline="0" dirty="0">
                <a:solidFill>
                  <a:schemeClr val="tx1"/>
                </a:solidFill>
                <a:latin typeface="+mn-lt"/>
                <a:ea typeface="+mn-ea"/>
                <a:cs typeface="Segoe Sans Small" pitchFamily="2" charset="0"/>
              </a:defRPr>
            </a:lvl1pPr>
          </a:lstStyle>
          <a:p>
            <a:r>
              <a:rPr lang="en-US"/>
              <a:t>Drag &amp; drop your photo here </a:t>
            </a:r>
            <a:br>
              <a:rPr lang="en-US"/>
            </a:br>
            <a:r>
              <a:rPr lang="en-US"/>
              <a:t>or click or tap icon 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4939284" y="4800600"/>
            <a:ext cx="2313432" cy="553998"/>
          </a:xfrm>
        </p:spPr>
        <p:txBody>
          <a:bodyPr/>
          <a:lstStyle>
            <a:lvl1pPr marL="0" indent="0" algn="ctr">
              <a:spcBef>
                <a:spcPts val="0"/>
              </a:spcBef>
              <a:buNone/>
              <a:defRPr lang="en-US" sz="1800" b="0" i="0" kern="1200" spc="0" baseline="0" dirty="0">
                <a:solidFill>
                  <a:schemeClr val="tx1"/>
                </a:solidFill>
                <a:latin typeface="+mn-lt"/>
                <a:ea typeface="+mn-ea"/>
                <a:cs typeface="Segoe UI" panose="020B0502040204020203" pitchFamily="34" charset="0"/>
              </a:defRPr>
            </a:lvl1pPr>
          </a:lstStyle>
          <a:p>
            <a:pPr marL="0" marR="0" lvl="0" indent="0" algn="ctr" defTabSz="932742" rtl="0" eaLnBrk="1" fontAlgn="auto" latinLnBrk="0" hangingPunct="1">
              <a:lnSpc>
                <a:spcPct val="100000"/>
              </a:lnSpc>
              <a:spcBef>
                <a:spcPts val="0"/>
              </a:spcBef>
              <a:spcAft>
                <a:spcPts val="0"/>
              </a:spcAft>
              <a:buClrTx/>
              <a:buSzPct val="90000"/>
              <a:buFont typeface="Wingdings" panose="05000000000000000000" pitchFamily="2" charset="2"/>
              <a:buNone/>
              <a:tabLst/>
            </a:pPr>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7840663" y="2286000"/>
            <a:ext cx="2313432" cy="2313432"/>
          </a:xfrm>
          <a:prstGeom prst="ellipse">
            <a:avLst/>
          </a:prstGeom>
          <a:solidFill>
            <a:schemeClr val="bg2"/>
          </a:solidFill>
        </p:spPr>
        <p:txBody>
          <a:bodyPr lIns="0" tIns="0" rIns="0" bIns="594360" anchor="ctr" anchorCtr="0">
            <a:noAutofit/>
          </a:bodyPr>
          <a:lstStyle>
            <a:lvl1pPr marL="0" indent="0" algn="ctr">
              <a:lnSpc>
                <a:spcPct val="100000"/>
              </a:lnSpc>
              <a:buNone/>
              <a:defRPr lang="en-US" sz="800" b="0" i="0" kern="1200" spc="0" baseline="0" dirty="0">
                <a:solidFill>
                  <a:schemeClr val="tx1"/>
                </a:solidFill>
                <a:latin typeface="+mn-lt"/>
                <a:ea typeface="+mn-ea"/>
                <a:cs typeface="Segoe Sans Small" pitchFamily="2" charset="0"/>
              </a:defRPr>
            </a:lvl1pPr>
          </a:lstStyle>
          <a:p>
            <a:r>
              <a:rPr lang="en-US"/>
              <a:t>Drag &amp; drop your photo here </a:t>
            </a:r>
            <a:br>
              <a:rPr lang="en-US"/>
            </a:br>
            <a:r>
              <a:rPr lang="en-US"/>
              <a:t>or click or tap icon 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7840663" y="4800600"/>
            <a:ext cx="2313432" cy="553998"/>
          </a:xfrm>
        </p:spPr>
        <p:txBody>
          <a:bodyPr/>
          <a:lstStyle>
            <a:lvl1pPr marL="0" indent="0" algn="ctr">
              <a:spcBef>
                <a:spcPts val="0"/>
              </a:spcBef>
              <a:buNone/>
              <a:defRPr lang="en-US" sz="1800" b="0" i="0" kern="1200" spc="0" baseline="0" dirty="0">
                <a:solidFill>
                  <a:schemeClr val="tx1"/>
                </a:solidFill>
                <a:latin typeface="+mn-lt"/>
                <a:ea typeface="+mn-ea"/>
                <a:cs typeface="Segoe UI" panose="020B0502040204020203" pitchFamily="34" charset="0"/>
              </a:defRPr>
            </a:lvl1pPr>
          </a:lstStyle>
          <a:p>
            <a:pPr marL="0" marR="0" lvl="0" indent="0" algn="ctr" defTabSz="932742" rtl="0" eaLnBrk="1" fontAlgn="auto" latinLnBrk="0" hangingPunct="1">
              <a:lnSpc>
                <a:spcPct val="100000"/>
              </a:lnSpc>
              <a:spcBef>
                <a:spcPts val="0"/>
              </a:spcBef>
              <a:spcAft>
                <a:spcPts val="0"/>
              </a:spcAft>
              <a:buClrTx/>
              <a:buSzPct val="90000"/>
              <a:buFont typeface="Wingdings" panose="05000000000000000000" pitchFamily="2" charset="2"/>
              <a:buNone/>
              <a:tabLst/>
            </a:pPr>
            <a:r>
              <a:rPr lang="en-US"/>
              <a:t>Click to edit Master text styles</a:t>
            </a:r>
          </a:p>
        </p:txBody>
      </p:sp>
      <p:sp>
        <p:nvSpPr>
          <p:cNvPr id="20" name="TextBox 19">
            <a:extLst>
              <a:ext uri="{FF2B5EF4-FFF2-40B4-BE49-F238E27FC236}">
                <a16:creationId xmlns:a16="http://schemas.microsoft.com/office/drawing/2014/main" id="{0D6AFB7A-35B4-4881-AB50-D112482166B1}"/>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b="0" i="0">
                <a:solidFill>
                  <a:srgbClr val="A3A3A3"/>
                </a:solidFill>
                <a:latin typeface="Segoe UI" panose="020B0502040204020203" pitchFamily="34" charset="0"/>
              </a:rPr>
              <a:t>ELT layout</a:t>
            </a:r>
          </a:p>
        </p:txBody>
      </p:sp>
    </p:spTree>
    <p:extLst>
      <p:ext uri="{BB962C8B-B14F-4D97-AF65-F5344CB8AC3E}">
        <p14:creationId xmlns:p14="http://schemas.microsoft.com/office/powerpoint/2010/main" val="61236213"/>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3024">
          <p15:clr>
            <a:srgbClr val="5ACBF0"/>
          </p15:clr>
        </p15:guide>
        <p15:guide id="3" pos="3840">
          <p15:clr>
            <a:srgbClr val="5ACBF0"/>
          </p15:clr>
        </p15:guide>
        <p15:guide id="4" pos="1283">
          <p15:clr>
            <a:srgbClr val="5ACBF0"/>
          </p15:clr>
        </p15:guide>
        <p15:guide id="5" pos="5666">
          <p15:clr>
            <a:srgbClr val="5ACBF0"/>
          </p15:clr>
        </p15:guide>
        <p15:guide id="6" pos="2741">
          <p15:clr>
            <a:srgbClr val="5ACBF0"/>
          </p15:clr>
        </p15:guide>
        <p15:guide id="7" pos="2012">
          <p15:clr>
            <a:srgbClr val="5ACBF0"/>
          </p15:clr>
        </p15:guide>
        <p15:guide id="8" pos="3109">
          <p15:clr>
            <a:srgbClr val="5ACBF0"/>
          </p15:clr>
        </p15:guide>
        <p15:guide id="9" pos="4570">
          <p15:clr>
            <a:srgbClr val="5ACBF0"/>
          </p15:clr>
        </p15:guide>
        <p15:guide id="11" pos="6397">
          <p15:clr>
            <a:srgbClr val="5ACBF0"/>
          </p15:clr>
        </p15:guide>
        <p15:guide id="12" orient="horz" pos="1440">
          <p15:clr>
            <a:srgbClr val="5ACBF0"/>
          </p15:clr>
        </p15:guide>
        <p15:guide id="13" pos="4938">
          <p15:clr>
            <a:srgbClr val="5ACBF0"/>
          </p15:clr>
        </p15:guide>
        <p15:guide id="14" orient="horz" pos="2894">
          <p15:clr>
            <a:srgbClr val="5ACBF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Four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3007"/>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584200" y="2286000"/>
            <a:ext cx="2313432" cy="2313432"/>
          </a:xfrm>
          <a:prstGeom prst="ellipse">
            <a:avLst/>
          </a:prstGeom>
          <a:solidFill>
            <a:schemeClr val="bg2"/>
          </a:solidFill>
        </p:spPr>
        <p:txBody>
          <a:bodyPr lIns="0" tIns="0" rIns="0" bIns="594360" anchor="ctr" anchorCtr="0">
            <a:noAutofit/>
          </a:bodyPr>
          <a:lstStyle>
            <a:lvl1pPr marL="0" indent="0" algn="ctr">
              <a:lnSpc>
                <a:spcPct val="100000"/>
              </a:lnSpc>
              <a:buNone/>
              <a:defRPr lang="en-US" sz="800" b="0" i="0" kern="1200" spc="0" baseline="0" dirty="0">
                <a:solidFill>
                  <a:schemeClr val="tx1"/>
                </a:solidFill>
                <a:latin typeface="+mn-lt"/>
                <a:ea typeface="+mn-ea"/>
                <a:cs typeface="Segoe Sans Small" pitchFamily="2" charset="0"/>
              </a:defRPr>
            </a:lvl1pPr>
          </a:lstStyle>
          <a:p>
            <a:r>
              <a:rPr lang="en-US"/>
              <a:t>Drag &amp; drop your photo here </a:t>
            </a:r>
            <a:br>
              <a:rPr lang="en-US"/>
            </a:br>
            <a:r>
              <a:rPr lang="en-US"/>
              <a:t>or click or tap icon 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584200" y="4800600"/>
            <a:ext cx="2313432" cy="553998"/>
          </a:xfrm>
        </p:spPr>
        <p:txBody>
          <a:bodyPr/>
          <a:lstStyle>
            <a:lvl1pPr marL="0" indent="0" algn="ctr">
              <a:spcBef>
                <a:spcPts val="0"/>
              </a:spcBef>
              <a:buNone/>
              <a:defRPr sz="1800" b="0" i="0">
                <a:latin typeface="+mn-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3487250" y="2286000"/>
            <a:ext cx="2313432" cy="2313432"/>
          </a:xfrm>
          <a:prstGeom prst="ellipse">
            <a:avLst/>
          </a:prstGeom>
          <a:solidFill>
            <a:schemeClr val="bg2"/>
          </a:solidFill>
        </p:spPr>
        <p:txBody>
          <a:bodyPr lIns="0" tIns="0" rIns="0" bIns="594360" anchor="ctr" anchorCtr="0">
            <a:noAutofit/>
          </a:bodyPr>
          <a:lstStyle>
            <a:lvl1pPr marL="0" indent="0" algn="ctr">
              <a:lnSpc>
                <a:spcPct val="100000"/>
              </a:lnSpc>
              <a:buNone/>
              <a:defRPr lang="en-US" sz="800" b="0" i="0" kern="1200" spc="0" baseline="0" dirty="0">
                <a:solidFill>
                  <a:schemeClr val="tx1"/>
                </a:solidFill>
                <a:latin typeface="+mn-lt"/>
                <a:ea typeface="+mn-ea"/>
                <a:cs typeface="Segoe Sans Small" pitchFamily="2" charset="0"/>
              </a:defRPr>
            </a:lvl1pPr>
          </a:lstStyle>
          <a:p>
            <a:r>
              <a:rPr lang="en-US"/>
              <a:t>Drag &amp; drop your photo here </a:t>
            </a:r>
            <a:br>
              <a:rPr lang="en-US"/>
            </a:br>
            <a:r>
              <a:rPr lang="en-US"/>
              <a:t>or click or tap icon 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3487250" y="4800600"/>
            <a:ext cx="2313432" cy="553998"/>
          </a:xfrm>
        </p:spPr>
        <p:txBody>
          <a:bodyPr/>
          <a:lstStyle>
            <a:lvl1pPr marL="0" indent="0" algn="ctr">
              <a:spcBef>
                <a:spcPts val="0"/>
              </a:spcBef>
              <a:buNone/>
              <a:defRPr lang="en-US" sz="1800" b="0" i="0" kern="1200" spc="0" baseline="0" dirty="0">
                <a:solidFill>
                  <a:schemeClr val="tx1"/>
                </a:solidFill>
                <a:latin typeface="+mn-lt"/>
                <a:ea typeface="+mn-ea"/>
                <a:cs typeface="Segoe UI" panose="020B0502040204020203" pitchFamily="34" charset="0"/>
              </a:defRPr>
            </a:lvl1pPr>
          </a:lstStyle>
          <a:p>
            <a:pPr marL="0" marR="0" lvl="0" indent="0" algn="ctr" defTabSz="932742" rtl="0" eaLnBrk="1" fontAlgn="auto" latinLnBrk="0" hangingPunct="1">
              <a:lnSpc>
                <a:spcPct val="100000"/>
              </a:lnSpc>
              <a:spcBef>
                <a:spcPts val="0"/>
              </a:spcBef>
              <a:spcAft>
                <a:spcPts val="0"/>
              </a:spcAft>
              <a:buClrTx/>
              <a:buSzPct val="90000"/>
              <a:buFont typeface="Wingdings" panose="05000000000000000000" pitchFamily="2" charset="2"/>
              <a:buNone/>
              <a:tabLst/>
            </a:pPr>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6390300" y="2286000"/>
            <a:ext cx="2313432" cy="2313432"/>
          </a:xfrm>
          <a:prstGeom prst="ellipse">
            <a:avLst/>
          </a:prstGeom>
          <a:solidFill>
            <a:schemeClr val="bg2"/>
          </a:solidFill>
        </p:spPr>
        <p:txBody>
          <a:bodyPr lIns="0" tIns="0" rIns="0" bIns="594360" anchor="ctr" anchorCtr="0">
            <a:noAutofit/>
          </a:bodyPr>
          <a:lstStyle>
            <a:lvl1pPr marL="0" indent="0" algn="ctr">
              <a:lnSpc>
                <a:spcPct val="100000"/>
              </a:lnSpc>
              <a:buNone/>
              <a:defRPr lang="en-US" sz="800" b="0" i="0" kern="1200" spc="0" baseline="0" dirty="0">
                <a:solidFill>
                  <a:schemeClr val="tx1"/>
                </a:solidFill>
                <a:latin typeface="+mn-lt"/>
                <a:ea typeface="+mn-ea"/>
                <a:cs typeface="Segoe Sans Small" pitchFamily="2" charset="0"/>
              </a:defRPr>
            </a:lvl1pPr>
          </a:lstStyle>
          <a:p>
            <a:r>
              <a:rPr lang="en-US"/>
              <a:t>Drag &amp; drop your photo here </a:t>
            </a:r>
            <a:br>
              <a:rPr lang="en-US"/>
            </a:br>
            <a:r>
              <a:rPr lang="en-US"/>
              <a:t>or click or tap icon 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6390300" y="4800600"/>
            <a:ext cx="2313432" cy="553998"/>
          </a:xfrm>
        </p:spPr>
        <p:txBody>
          <a:bodyPr/>
          <a:lstStyle>
            <a:lvl1pPr marL="0" indent="0" algn="ctr">
              <a:spcBef>
                <a:spcPts val="0"/>
              </a:spcBef>
              <a:buNone/>
              <a:defRPr lang="en-US" sz="1800" b="0" i="0" kern="1200" spc="0" baseline="0" dirty="0">
                <a:solidFill>
                  <a:schemeClr val="tx1"/>
                </a:solidFill>
                <a:latin typeface="+mn-lt"/>
                <a:ea typeface="+mn-ea"/>
                <a:cs typeface="Segoe UI" panose="020B0502040204020203" pitchFamily="34" charset="0"/>
              </a:defRPr>
            </a:lvl1pPr>
          </a:lstStyle>
          <a:p>
            <a:pPr marL="0" marR="0" lvl="0" indent="0" algn="ctr" defTabSz="932742" rtl="0" eaLnBrk="1" fontAlgn="auto" latinLnBrk="0" hangingPunct="1">
              <a:lnSpc>
                <a:spcPct val="100000"/>
              </a:lnSpc>
              <a:spcBef>
                <a:spcPts val="0"/>
              </a:spcBef>
              <a:spcAft>
                <a:spcPts val="0"/>
              </a:spcAft>
              <a:buClrTx/>
              <a:buSzPct val="90000"/>
              <a:buFont typeface="Wingdings" panose="05000000000000000000" pitchFamily="2" charset="2"/>
              <a:buNone/>
              <a:tabLst/>
            </a:pPr>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9293351" y="2286000"/>
            <a:ext cx="2313432" cy="2313432"/>
          </a:xfrm>
          <a:prstGeom prst="ellipse">
            <a:avLst/>
          </a:prstGeom>
          <a:solidFill>
            <a:schemeClr val="bg2"/>
          </a:solidFill>
        </p:spPr>
        <p:txBody>
          <a:bodyPr lIns="0" tIns="0" rIns="0" bIns="594360" anchor="ctr" anchorCtr="0">
            <a:noAutofit/>
          </a:bodyPr>
          <a:lstStyle>
            <a:lvl1pPr marL="0" indent="0" algn="ctr">
              <a:lnSpc>
                <a:spcPct val="100000"/>
              </a:lnSpc>
              <a:buNone/>
              <a:defRPr lang="en-US" sz="800" b="0" i="0" kern="1200" spc="0" baseline="0" dirty="0">
                <a:solidFill>
                  <a:schemeClr val="tx1"/>
                </a:solidFill>
                <a:latin typeface="+mn-lt"/>
                <a:ea typeface="+mn-ea"/>
                <a:cs typeface="Segoe Sans Small" pitchFamily="2" charset="0"/>
              </a:defRPr>
            </a:lvl1pPr>
          </a:lstStyle>
          <a:p>
            <a:r>
              <a:rPr lang="en-US"/>
              <a:t>Drag &amp; drop your photo here </a:t>
            </a:r>
          </a:p>
          <a:p>
            <a:r>
              <a:rPr lang="en-US"/>
              <a:t>or click or tap icon below to insert</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p:nvPr>
        </p:nvSpPr>
        <p:spPr>
          <a:xfrm>
            <a:off x="9293351" y="4800600"/>
            <a:ext cx="2313432" cy="553998"/>
          </a:xfrm>
        </p:spPr>
        <p:txBody>
          <a:bodyPr/>
          <a:lstStyle>
            <a:lvl1pPr marL="0" indent="0" algn="ctr">
              <a:spcBef>
                <a:spcPts val="0"/>
              </a:spcBef>
              <a:buNone/>
              <a:defRPr lang="en-US" sz="1800" b="0" i="0" kern="1200" spc="0" baseline="0" dirty="0">
                <a:solidFill>
                  <a:schemeClr val="tx1"/>
                </a:solidFill>
                <a:latin typeface="+mn-lt"/>
                <a:ea typeface="+mn-ea"/>
                <a:cs typeface="Segoe UI" panose="020B0502040204020203" pitchFamily="34" charset="0"/>
              </a:defRPr>
            </a:lvl1pPr>
          </a:lstStyle>
          <a:p>
            <a:pPr marL="0" marR="0" lvl="0" indent="0" algn="ctr" defTabSz="932742" rtl="0" eaLnBrk="1" fontAlgn="auto" latinLnBrk="0" hangingPunct="1">
              <a:lnSpc>
                <a:spcPct val="100000"/>
              </a:lnSpc>
              <a:spcBef>
                <a:spcPts val="0"/>
              </a:spcBef>
              <a:spcAft>
                <a:spcPts val="0"/>
              </a:spcAft>
              <a:buClrTx/>
              <a:buSzPct val="90000"/>
              <a:buFont typeface="Wingdings" panose="05000000000000000000" pitchFamily="2" charset="2"/>
              <a:buNone/>
              <a:tabLst/>
            </a:pPr>
            <a:r>
              <a:rPr lang="en-US"/>
              <a:t>Click to edit Master text styles</a:t>
            </a:r>
          </a:p>
        </p:txBody>
      </p:sp>
      <p:sp>
        <p:nvSpPr>
          <p:cNvPr id="3" name="TextBox 2">
            <a:extLst>
              <a:ext uri="{FF2B5EF4-FFF2-40B4-BE49-F238E27FC236}">
                <a16:creationId xmlns:a16="http://schemas.microsoft.com/office/drawing/2014/main" id="{67A72D6D-004C-4F57-AD34-F1019A756073}"/>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b="0" i="0">
                <a:solidFill>
                  <a:srgbClr val="A3A3A3"/>
                </a:solidFill>
                <a:latin typeface="Segoe UI" panose="020B0502040204020203" pitchFamily="34" charset="0"/>
              </a:rPr>
              <a:t>ELT layout</a:t>
            </a:r>
          </a:p>
        </p:txBody>
      </p:sp>
    </p:spTree>
    <p:extLst>
      <p:ext uri="{BB962C8B-B14F-4D97-AF65-F5344CB8AC3E}">
        <p14:creationId xmlns:p14="http://schemas.microsoft.com/office/powerpoint/2010/main" val="1783893900"/>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3024">
          <p15:clr>
            <a:srgbClr val="5ACBF0"/>
          </p15:clr>
        </p15:guide>
        <p15:guide id="3" pos="4025">
          <p15:clr>
            <a:srgbClr val="5ACBF0"/>
          </p15:clr>
        </p15:guide>
        <p15:guide id="5" pos="5854">
          <p15:clr>
            <a:srgbClr val="5ACBF0"/>
          </p15:clr>
        </p15:guide>
        <p15:guide id="7" pos="3654">
          <p15:clr>
            <a:srgbClr val="5ACBF0"/>
          </p15:clr>
        </p15:guide>
        <p15:guide id="8" pos="2195">
          <p15:clr>
            <a:srgbClr val="5ACBF0"/>
          </p15:clr>
        </p15:guide>
        <p15:guide id="10" pos="2926">
          <p15:clr>
            <a:srgbClr val="5ACBF0"/>
          </p15:clr>
        </p15:guide>
        <p15:guide id="11" pos="4756">
          <p15:clr>
            <a:srgbClr val="5ACBF0"/>
          </p15:clr>
        </p15:guide>
        <p15:guide id="12" pos="6581">
          <p15:clr>
            <a:srgbClr val="5ACBF0"/>
          </p15:clr>
        </p15:guide>
        <p15:guide id="13" pos="1097">
          <p15:clr>
            <a:srgbClr val="5ACBF0"/>
          </p15:clr>
        </p15:guide>
        <p15:guide id="14" orient="horz" pos="1440">
          <p15:clr>
            <a:srgbClr val="5ACBF0"/>
          </p15:clr>
        </p15:guide>
        <p15:guide id="15" pos="1826">
          <p15:clr>
            <a:srgbClr val="5ACBF0"/>
          </p15:clr>
        </p15:guide>
        <p15:guide id="18" pos="5483">
          <p15:clr>
            <a:srgbClr val="5ACBF0"/>
          </p15:clr>
        </p15:guide>
        <p15:guide id="19" orient="horz" pos="2898">
          <p15:clr>
            <a:srgbClr val="5ACBF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Five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3007"/>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584200" y="2286000"/>
            <a:ext cx="1737360" cy="1737360"/>
          </a:xfrm>
          <a:prstGeom prst="ellipse">
            <a:avLst/>
          </a:prstGeom>
          <a:solidFill>
            <a:schemeClr val="bg2"/>
          </a:solidFill>
        </p:spPr>
        <p:txBody>
          <a:bodyPr lIns="0" tIns="0" rIns="0" bIns="594360" anchor="ctr" anchorCtr="0">
            <a:noAutofit/>
          </a:bodyPr>
          <a:lstStyle>
            <a:lvl1pPr marL="0" indent="0" algn="ctr">
              <a:lnSpc>
                <a:spcPct val="100000"/>
              </a:lnSpc>
              <a:buNone/>
              <a:defRPr lang="en-US" sz="600" b="0" i="0" kern="1200" spc="0" baseline="0" dirty="0">
                <a:solidFill>
                  <a:schemeClr val="tx1"/>
                </a:solidFill>
                <a:latin typeface="+mn-lt"/>
                <a:ea typeface="+mn-ea"/>
                <a:cs typeface="Segoe Sans Small" pitchFamily="2" charset="0"/>
              </a:defRPr>
            </a:lvl1pPr>
          </a:lstStyle>
          <a:p>
            <a:r>
              <a:rPr lang="en-US"/>
              <a:t>Drag &amp; drop your photo here </a:t>
            </a:r>
            <a:br>
              <a:rPr lang="en-US"/>
            </a:br>
            <a:r>
              <a:rPr lang="en-US"/>
              <a:t>or click or tap icon 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584200" y="4235450"/>
            <a:ext cx="1737360" cy="830997"/>
          </a:xfrm>
        </p:spPr>
        <p:txBody>
          <a:bodyPr/>
          <a:lstStyle>
            <a:lvl1pPr marL="0" indent="0" algn="ctr">
              <a:spcBef>
                <a:spcPts val="0"/>
              </a:spcBef>
              <a:buNone/>
              <a:defRPr sz="1800" b="0" i="0">
                <a:latin typeface="+mn-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2905506" y="2286000"/>
            <a:ext cx="1737360" cy="1737360"/>
          </a:xfrm>
          <a:prstGeom prst="ellipse">
            <a:avLst/>
          </a:prstGeom>
          <a:solidFill>
            <a:schemeClr val="bg2"/>
          </a:solidFill>
        </p:spPr>
        <p:txBody>
          <a:bodyPr lIns="0" tIns="0" rIns="0" bIns="594360" anchor="ctr" anchorCtr="0">
            <a:noAutofit/>
          </a:bodyPr>
          <a:lstStyle>
            <a:lvl1pPr marL="0" indent="0" algn="ctr">
              <a:lnSpc>
                <a:spcPct val="100000"/>
              </a:lnSpc>
              <a:buNone/>
              <a:defRPr lang="en-US" sz="600" b="0" i="0" kern="1200" spc="0" baseline="0" dirty="0">
                <a:solidFill>
                  <a:schemeClr val="tx1"/>
                </a:solidFill>
                <a:latin typeface="+mn-lt"/>
                <a:ea typeface="+mn-ea"/>
                <a:cs typeface="Segoe Sans Small" pitchFamily="2" charset="0"/>
              </a:defRPr>
            </a:lvl1pPr>
          </a:lstStyle>
          <a:p>
            <a:r>
              <a:rPr lang="en-US"/>
              <a:t>Drag &amp; drop your photo here </a:t>
            </a:r>
            <a:br>
              <a:rPr lang="en-US"/>
            </a:br>
            <a:r>
              <a:rPr lang="en-US"/>
              <a:t>or click or tap icon 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2905506" y="4235450"/>
            <a:ext cx="1737360" cy="830997"/>
          </a:xfrm>
        </p:spPr>
        <p:txBody>
          <a:bodyPr/>
          <a:lstStyle>
            <a:lvl1pPr marL="0" indent="0" algn="ctr">
              <a:spcBef>
                <a:spcPts val="0"/>
              </a:spcBef>
              <a:buNone/>
              <a:defRPr lang="en-US" sz="1800" b="0" i="0" kern="1200" spc="0" baseline="0" dirty="0">
                <a:solidFill>
                  <a:schemeClr val="tx1"/>
                </a:solidFill>
                <a:latin typeface="+mn-lt"/>
                <a:ea typeface="+mn-ea"/>
                <a:cs typeface="Segoe UI" panose="020B0502040204020203" pitchFamily="34" charset="0"/>
              </a:defRPr>
            </a:lvl1pPr>
          </a:lstStyle>
          <a:p>
            <a:pPr marL="0" marR="0" lvl="0" indent="0" algn="ctr" defTabSz="932742" rtl="0" eaLnBrk="1" fontAlgn="auto" latinLnBrk="0" hangingPunct="1">
              <a:lnSpc>
                <a:spcPct val="100000"/>
              </a:lnSpc>
              <a:spcBef>
                <a:spcPts val="0"/>
              </a:spcBef>
              <a:spcAft>
                <a:spcPts val="0"/>
              </a:spcAft>
              <a:buClrTx/>
              <a:buSzPct val="90000"/>
              <a:buFont typeface="Wingdings" panose="05000000000000000000" pitchFamily="2" charset="2"/>
              <a:buNone/>
              <a:tabLst/>
            </a:pPr>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5227320" y="2286000"/>
            <a:ext cx="1737360" cy="1737360"/>
          </a:xfrm>
          <a:prstGeom prst="ellipse">
            <a:avLst/>
          </a:prstGeom>
          <a:solidFill>
            <a:schemeClr val="bg2"/>
          </a:solidFill>
        </p:spPr>
        <p:txBody>
          <a:bodyPr lIns="0" tIns="0" rIns="0" bIns="594360" anchor="ctr" anchorCtr="0">
            <a:noAutofit/>
          </a:bodyPr>
          <a:lstStyle>
            <a:lvl1pPr marL="0" indent="0" algn="ctr">
              <a:lnSpc>
                <a:spcPct val="100000"/>
              </a:lnSpc>
              <a:buNone/>
              <a:defRPr lang="en-US" sz="600" b="0" i="0" kern="1200" spc="0" baseline="0" dirty="0">
                <a:solidFill>
                  <a:schemeClr val="tx1"/>
                </a:solidFill>
                <a:latin typeface="+mn-lt"/>
                <a:ea typeface="+mn-ea"/>
                <a:cs typeface="Segoe Sans Small" pitchFamily="2" charset="0"/>
              </a:defRPr>
            </a:lvl1pPr>
          </a:lstStyle>
          <a:p>
            <a:r>
              <a:rPr lang="en-US"/>
              <a:t>Drag &amp; drop your photo here </a:t>
            </a:r>
            <a:br>
              <a:rPr lang="en-US"/>
            </a:br>
            <a:r>
              <a:rPr lang="en-US"/>
              <a:t>or click or tap icon 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5227320" y="4235451"/>
            <a:ext cx="1737360" cy="830997"/>
          </a:xfrm>
        </p:spPr>
        <p:txBody>
          <a:bodyPr/>
          <a:lstStyle>
            <a:lvl1pPr marL="0" indent="0" algn="ctr">
              <a:spcBef>
                <a:spcPts val="0"/>
              </a:spcBef>
              <a:buNone/>
              <a:defRPr lang="en-US" sz="1800" b="0" i="0" kern="1200" spc="0" baseline="0" dirty="0">
                <a:solidFill>
                  <a:schemeClr val="tx1"/>
                </a:solidFill>
                <a:latin typeface="+mn-lt"/>
                <a:ea typeface="+mn-ea"/>
                <a:cs typeface="Segoe UI" panose="020B0502040204020203" pitchFamily="34" charset="0"/>
              </a:defRPr>
            </a:lvl1pPr>
          </a:lstStyle>
          <a:p>
            <a:pPr marL="0" marR="0" lvl="0" indent="0" algn="ctr" defTabSz="932742" rtl="0" eaLnBrk="1" fontAlgn="auto" latinLnBrk="0" hangingPunct="1">
              <a:lnSpc>
                <a:spcPct val="100000"/>
              </a:lnSpc>
              <a:spcBef>
                <a:spcPts val="0"/>
              </a:spcBef>
              <a:spcAft>
                <a:spcPts val="0"/>
              </a:spcAft>
              <a:buClrTx/>
              <a:buSzPct val="90000"/>
              <a:buFont typeface="Wingdings" panose="05000000000000000000" pitchFamily="2" charset="2"/>
              <a:buNone/>
              <a:tabLst/>
            </a:pPr>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7548118" y="2286000"/>
            <a:ext cx="1737360" cy="1737360"/>
          </a:xfrm>
          <a:prstGeom prst="ellipse">
            <a:avLst/>
          </a:prstGeom>
          <a:solidFill>
            <a:schemeClr val="bg2"/>
          </a:solidFill>
        </p:spPr>
        <p:txBody>
          <a:bodyPr lIns="0" tIns="0" rIns="0" bIns="594360" anchor="ctr" anchorCtr="0">
            <a:noAutofit/>
          </a:bodyPr>
          <a:lstStyle>
            <a:lvl1pPr marL="0" indent="0" algn="ctr">
              <a:lnSpc>
                <a:spcPct val="100000"/>
              </a:lnSpc>
              <a:buNone/>
              <a:defRPr lang="en-US" sz="600" b="0" i="0" kern="1200" spc="0" baseline="0" dirty="0">
                <a:solidFill>
                  <a:schemeClr val="tx1"/>
                </a:solidFill>
                <a:latin typeface="+mn-lt"/>
                <a:ea typeface="+mn-ea"/>
                <a:cs typeface="Segoe Sans Small" pitchFamily="2" charset="0"/>
              </a:defRPr>
            </a:lvl1pPr>
          </a:lstStyle>
          <a:p>
            <a:r>
              <a:rPr lang="en-US"/>
              <a:t>Drag &amp; drop your photo here </a:t>
            </a:r>
            <a:br>
              <a:rPr lang="en-US"/>
            </a:br>
            <a:r>
              <a:rPr lang="en-US"/>
              <a:t>or click or tap icon below to insert</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p:nvPr>
        </p:nvSpPr>
        <p:spPr>
          <a:xfrm>
            <a:off x="7548118" y="4235450"/>
            <a:ext cx="1737360" cy="830997"/>
          </a:xfrm>
        </p:spPr>
        <p:txBody>
          <a:bodyPr/>
          <a:lstStyle>
            <a:lvl1pPr marL="0" indent="0" algn="ctr">
              <a:spcBef>
                <a:spcPts val="0"/>
              </a:spcBef>
              <a:buNone/>
              <a:defRPr lang="en-US" sz="1800" b="0" i="0" kern="1200" spc="0" baseline="0" dirty="0">
                <a:solidFill>
                  <a:schemeClr val="tx1"/>
                </a:solidFill>
                <a:latin typeface="+mn-lt"/>
                <a:ea typeface="+mn-ea"/>
                <a:cs typeface="Segoe UI" panose="020B0502040204020203" pitchFamily="34" charset="0"/>
              </a:defRPr>
            </a:lvl1pPr>
          </a:lstStyle>
          <a:p>
            <a:pPr marL="0" marR="0" lvl="0" indent="0" algn="ctr" defTabSz="932742" rtl="0" eaLnBrk="1" fontAlgn="auto" latinLnBrk="0" hangingPunct="1">
              <a:lnSpc>
                <a:spcPct val="100000"/>
              </a:lnSpc>
              <a:spcBef>
                <a:spcPts val="0"/>
              </a:spcBef>
              <a:spcAft>
                <a:spcPts val="0"/>
              </a:spcAft>
              <a:buClrTx/>
              <a:buSzPct val="90000"/>
              <a:buFont typeface="Wingdings" panose="05000000000000000000" pitchFamily="2" charset="2"/>
              <a:buNone/>
              <a:tabLst/>
            </a:pPr>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E4DC3400-0B11-4EA0-9B8D-6FADE6964F37}"/>
              </a:ext>
            </a:extLst>
          </p:cNvPr>
          <p:cNvSpPr>
            <a:spLocks noGrp="1" noChangeAspect="1"/>
          </p:cNvSpPr>
          <p:nvPr>
            <p:ph type="pic" sz="quarter" idx="23" hasCustomPrompt="1"/>
          </p:nvPr>
        </p:nvSpPr>
        <p:spPr bwMode="ltGray">
          <a:xfrm>
            <a:off x="9869423" y="2286000"/>
            <a:ext cx="1737360" cy="1737360"/>
          </a:xfrm>
          <a:prstGeom prst="ellipse">
            <a:avLst/>
          </a:prstGeom>
          <a:solidFill>
            <a:schemeClr val="bg2"/>
          </a:solidFill>
        </p:spPr>
        <p:txBody>
          <a:bodyPr lIns="0" tIns="0" rIns="0" bIns="594360" anchor="ctr" anchorCtr="0">
            <a:noAutofit/>
          </a:bodyPr>
          <a:lstStyle>
            <a:lvl1pPr marL="0" indent="0" algn="ctr">
              <a:lnSpc>
                <a:spcPct val="100000"/>
              </a:lnSpc>
              <a:buNone/>
              <a:defRPr lang="en-US" sz="600" b="0" i="0" kern="1200" spc="0" baseline="0" dirty="0">
                <a:solidFill>
                  <a:schemeClr val="tx1"/>
                </a:solidFill>
                <a:latin typeface="+mn-lt"/>
                <a:ea typeface="+mn-ea"/>
                <a:cs typeface="Segoe Sans Small" pitchFamily="2" charset="0"/>
              </a:defRPr>
            </a:lvl1pPr>
          </a:lstStyle>
          <a:p>
            <a:r>
              <a:rPr lang="en-US"/>
              <a:t>Drag &amp; drop your photo here </a:t>
            </a:r>
            <a:br>
              <a:rPr lang="en-US"/>
            </a:br>
            <a:r>
              <a:rPr lang="en-US"/>
              <a:t>or click or tap icon below to insert</a:t>
            </a:r>
          </a:p>
        </p:txBody>
      </p:sp>
      <p:sp>
        <p:nvSpPr>
          <p:cNvPr id="20" name="Text Placeholder 3">
            <a:extLst>
              <a:ext uri="{FF2B5EF4-FFF2-40B4-BE49-F238E27FC236}">
                <a16:creationId xmlns:a16="http://schemas.microsoft.com/office/drawing/2014/main" id="{133C357E-ECC0-485F-9033-5D4DEC8774BB}"/>
              </a:ext>
            </a:extLst>
          </p:cNvPr>
          <p:cNvSpPr>
            <a:spLocks noGrp="1"/>
          </p:cNvSpPr>
          <p:nvPr>
            <p:ph type="body" sz="quarter" idx="24"/>
          </p:nvPr>
        </p:nvSpPr>
        <p:spPr>
          <a:xfrm>
            <a:off x="9869423" y="4235450"/>
            <a:ext cx="1737360" cy="830997"/>
          </a:xfrm>
        </p:spPr>
        <p:txBody>
          <a:bodyPr/>
          <a:lstStyle>
            <a:lvl1pPr marL="0" indent="0" algn="ctr">
              <a:spcBef>
                <a:spcPts val="0"/>
              </a:spcBef>
              <a:buNone/>
              <a:defRPr lang="en-US" sz="1800" b="0" i="0" kern="1200" spc="0" baseline="0" dirty="0">
                <a:solidFill>
                  <a:schemeClr val="tx1"/>
                </a:solidFill>
                <a:latin typeface="+mn-lt"/>
                <a:ea typeface="+mn-ea"/>
                <a:cs typeface="Segoe UI" panose="020B0502040204020203" pitchFamily="34" charset="0"/>
              </a:defRPr>
            </a:lvl1pPr>
          </a:lstStyle>
          <a:p>
            <a:pPr marL="0" marR="0" lvl="0" indent="0" algn="ctr" defTabSz="932742" rtl="0" eaLnBrk="1" fontAlgn="auto" latinLnBrk="0" hangingPunct="1">
              <a:lnSpc>
                <a:spcPct val="100000"/>
              </a:lnSpc>
              <a:spcBef>
                <a:spcPts val="0"/>
              </a:spcBef>
              <a:spcAft>
                <a:spcPts val="0"/>
              </a:spcAft>
              <a:buClrTx/>
              <a:buSzPct val="90000"/>
              <a:buFont typeface="Wingdings" panose="05000000000000000000" pitchFamily="2" charset="2"/>
              <a:buNone/>
              <a:tabLst/>
            </a:pPr>
            <a:r>
              <a:rPr lang="en-US"/>
              <a:t>Click to edit Master text styles</a:t>
            </a:r>
          </a:p>
        </p:txBody>
      </p:sp>
      <p:sp>
        <p:nvSpPr>
          <p:cNvPr id="3" name="TextBox 2">
            <a:extLst>
              <a:ext uri="{FF2B5EF4-FFF2-40B4-BE49-F238E27FC236}">
                <a16:creationId xmlns:a16="http://schemas.microsoft.com/office/drawing/2014/main" id="{67A72D6D-004C-4F57-AD34-F1019A756073}"/>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b="0" i="0">
                <a:solidFill>
                  <a:srgbClr val="A3A3A3"/>
                </a:solidFill>
                <a:latin typeface="Segoe UI" panose="020B0502040204020203" pitchFamily="34" charset="0"/>
              </a:rPr>
              <a:t>ELT layout</a:t>
            </a:r>
          </a:p>
        </p:txBody>
      </p:sp>
    </p:spTree>
    <p:extLst>
      <p:ext uri="{BB962C8B-B14F-4D97-AF65-F5344CB8AC3E}">
        <p14:creationId xmlns:p14="http://schemas.microsoft.com/office/powerpoint/2010/main" val="657282263"/>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2664">
          <p15:clr>
            <a:srgbClr val="5ACBF0"/>
          </p15:clr>
        </p15:guide>
        <p15:guide id="3" pos="6216">
          <p15:clr>
            <a:srgbClr val="5ACBF0"/>
          </p15:clr>
        </p15:guide>
        <p15:guide id="5" pos="5850">
          <p15:clr>
            <a:srgbClr val="5ACBF0"/>
          </p15:clr>
        </p15:guide>
        <p15:guide id="7" pos="4392">
          <p15:clr>
            <a:srgbClr val="5ACBF0"/>
          </p15:clr>
        </p15:guide>
        <p15:guide id="8" pos="3292">
          <p15:clr>
            <a:srgbClr val="5ACBF0"/>
          </p15:clr>
        </p15:guide>
        <p15:guide id="10" pos="2926">
          <p15:clr>
            <a:srgbClr val="5ACBF0"/>
          </p15:clr>
        </p15:guide>
        <p15:guide id="11" pos="4754">
          <p15:clr>
            <a:srgbClr val="5ACBF0"/>
          </p15:clr>
        </p15:guide>
        <p15:guide id="13" pos="1464">
          <p15:clr>
            <a:srgbClr val="5ACBF0"/>
          </p15:clr>
        </p15:guide>
        <p15:guide id="14" orient="horz" pos="1440">
          <p15:clr>
            <a:srgbClr val="5ACBF0"/>
          </p15:clr>
        </p15:guide>
        <p15:guide id="15" pos="1830">
          <p15:clr>
            <a:srgbClr val="5ACBF0"/>
          </p15:clr>
        </p15:guide>
        <p15:guide id="16" orient="horz" pos="2533">
          <p15:clr>
            <a:srgbClr val="5ACBF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Title &amp; Text Side By Side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5216" y="2309811"/>
            <a:ext cx="3182027" cy="3959217"/>
          </a:xfrm>
        </p:spPr>
        <p:txBody>
          <a:bodyPr anchor="t"/>
          <a:lstStyle>
            <a:lvl1pPr>
              <a:defRPr>
                <a:solidFill>
                  <a:schemeClr val="tx2"/>
                </a:solidFill>
              </a:defRPr>
            </a:lvl1pPr>
          </a:lstStyle>
          <a:p>
            <a:r>
              <a:rPr lang="en-US"/>
              <a:t>Title</a:t>
            </a:r>
          </a:p>
        </p:txBody>
      </p:sp>
      <p:sp>
        <p:nvSpPr>
          <p:cNvPr id="7" name="Text Placeholder 2">
            <a:extLst>
              <a:ext uri="{FF2B5EF4-FFF2-40B4-BE49-F238E27FC236}">
                <a16:creationId xmlns:a16="http://schemas.microsoft.com/office/drawing/2014/main" id="{7E9DBFD9-3E1E-4F19-AF15-56780F9C7927}"/>
              </a:ext>
            </a:extLst>
          </p:cNvPr>
          <p:cNvSpPr>
            <a:spLocks noGrp="1"/>
          </p:cNvSpPr>
          <p:nvPr>
            <p:ph type="body" sz="quarter" idx="11"/>
          </p:nvPr>
        </p:nvSpPr>
        <p:spPr>
          <a:xfrm>
            <a:off x="4356100" y="2309812"/>
            <a:ext cx="7253288" cy="430887"/>
          </a:xfrm>
        </p:spPr>
        <p:txBody>
          <a:bodyPr anchor="t"/>
          <a:lstStyle>
            <a:lvl1pPr marL="231775" indent="-231775">
              <a:spcAft>
                <a:spcPts val="600"/>
              </a:spcAft>
              <a:buFont typeface="Wingdings" panose="05000000000000000000" pitchFamily="2" charset="2"/>
              <a:buChar char=""/>
              <a:defRPr>
                <a:latin typeface="+mn-lt"/>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a:cxnSpLocks/>
          </p:cNvCxnSpPr>
          <p:nvPr/>
        </p:nvCxnSpPr>
        <p:spPr>
          <a:xfrm>
            <a:off x="585216" y="2019300"/>
            <a:ext cx="3182112" cy="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9D8AF80-CAD5-4055-80AD-0B31EBCB52A9}"/>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b="0" i="0">
                <a:solidFill>
                  <a:srgbClr val="A3A3A3"/>
                </a:solidFill>
                <a:latin typeface="Segoe UI" panose="020B0502040204020203" pitchFamily="34" charset="0"/>
              </a:rPr>
              <a:t>ELT layout</a:t>
            </a:r>
          </a:p>
        </p:txBody>
      </p:sp>
      <p:cxnSp>
        <p:nvCxnSpPr>
          <p:cNvPr id="8" name="Straight Connector 7">
            <a:extLst>
              <a:ext uri="{FF2B5EF4-FFF2-40B4-BE49-F238E27FC236}">
                <a16:creationId xmlns:a16="http://schemas.microsoft.com/office/drawing/2014/main" id="{DF1A9F7D-F14E-4BCE-9EB4-D9EF47B67809}"/>
              </a:ext>
              <a:ext uri="{C183D7F6-B498-43B3-948B-1728B52AA6E4}">
                <adec:decorative xmlns:adec="http://schemas.microsoft.com/office/drawing/2017/decorative" val="1"/>
              </a:ext>
            </a:extLst>
          </p:cNvPr>
          <p:cNvCxnSpPr>
            <a:cxnSpLocks/>
          </p:cNvCxnSpPr>
          <p:nvPr/>
        </p:nvCxnSpPr>
        <p:spPr>
          <a:xfrm>
            <a:off x="4354523" y="2019300"/>
            <a:ext cx="7254865" cy="0"/>
          </a:xfrm>
          <a:prstGeom prst="line">
            <a:avLst/>
          </a:prstGeom>
          <a:ln w="19050">
            <a:solidFill>
              <a:schemeClr val="tx1">
                <a:alpha val="3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97217360"/>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1272">
          <p15:clr>
            <a:srgbClr val="5ACBF0"/>
          </p15:clr>
        </p15:guide>
        <p15:guide id="30" pos="2376">
          <p15:clr>
            <a:srgbClr val="5ACBF0"/>
          </p15:clr>
        </p15:guide>
        <p15:guide id="32" orient="horz" pos="1455">
          <p15:clr>
            <a:srgbClr val="5ACBF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Title &amp; Text Side By Sid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5683250"/>
          </a:xfrm>
        </p:spPr>
        <p:txBody>
          <a:bodyPr anchor="ctr"/>
          <a:lstStyle>
            <a:lvl1pPr>
              <a:defRPr/>
            </a:lvl1pPr>
          </a:lstStyle>
          <a:p>
            <a:r>
              <a:rPr lang="en-US"/>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4941888" y="585788"/>
            <a:ext cx="6667500" cy="5683249"/>
          </a:xfrm>
        </p:spPr>
        <p:txBody>
          <a:bodyPr anchor="ctr"/>
          <a:lstStyle>
            <a:lvl1pPr marL="231775" indent="-231775">
              <a:spcAft>
                <a:spcPts val="600"/>
              </a:spcAft>
              <a:buFont typeface="Wingdings" panose="05000000000000000000" pitchFamily="2" charset="2"/>
              <a:buChar char=""/>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p:nvPr/>
        </p:nvCxnSpPr>
        <p:spPr>
          <a:xfrm>
            <a:off x="4356100" y="2578100"/>
            <a:ext cx="0" cy="170180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A1DC2181-37AB-40A3-B61C-1DE7DBB57D63}"/>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b="0" i="0">
                <a:solidFill>
                  <a:srgbClr val="A3A3A3"/>
                </a:solidFill>
                <a:latin typeface="Segoe UI" panose="020B0502040204020203" pitchFamily="34" charset="0"/>
              </a:rPr>
              <a:t>ELT layout</a:t>
            </a:r>
          </a:p>
        </p:txBody>
      </p:sp>
    </p:spTree>
    <p:extLst>
      <p:ext uri="{BB962C8B-B14F-4D97-AF65-F5344CB8AC3E}">
        <p14:creationId xmlns:p14="http://schemas.microsoft.com/office/powerpoint/2010/main" val="2254422840"/>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Developer Code">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636FE-845C-418D-82A1-1DA6DB73D781}"/>
              </a:ext>
            </a:extLst>
          </p:cNvPr>
          <p:cNvSpPr>
            <a:spLocks noGrp="1"/>
          </p:cNvSpPr>
          <p:nvPr>
            <p:ph type="title"/>
          </p:nvPr>
        </p:nvSpPr>
        <p:spPr/>
        <p:txBody>
          <a:bodyPr anchor="ctr"/>
          <a:lstStyle/>
          <a:p>
            <a:r>
              <a:rPr lang="en-US"/>
              <a:t>Click to edit Master title style</a:t>
            </a:r>
          </a:p>
        </p:txBody>
      </p:sp>
      <p:sp>
        <p:nvSpPr>
          <p:cNvPr id="6" name="Rectangle 5">
            <a:extLst>
              <a:ext uri="{FF2B5EF4-FFF2-40B4-BE49-F238E27FC236}">
                <a16:creationId xmlns:a16="http://schemas.microsoft.com/office/drawing/2014/main" id="{182D46E0-16CE-40B0-8623-F82D5D410958}"/>
              </a:ext>
              <a:ext uri="{C183D7F6-B498-43B3-948B-1728B52AA6E4}">
                <adec:decorative xmlns:adec="http://schemas.microsoft.com/office/drawing/2017/decorative" val="1"/>
              </a:ext>
            </a:extLst>
          </p:cNvPr>
          <p:cNvSpPr/>
          <p:nvPr/>
        </p:nvSpPr>
        <p:spPr bwMode="auto">
          <a:xfrm>
            <a:off x="0" y="1436688"/>
            <a:ext cx="12192000" cy="542131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b="0" i="0">
              <a:solidFill>
                <a:srgbClr val="FFFFFF"/>
              </a:solidFill>
              <a:latin typeface="Segoe UI" panose="020B0502040204020203" pitchFamily="34" charset="0"/>
              <a:ea typeface="Segoe UI" pitchFamily="34" charset="0"/>
              <a:cs typeface="Segoe UI" panose="020B0502040204020203" pitchFamily="34" charset="0"/>
            </a:endParaRPr>
          </a:p>
        </p:txBody>
      </p:sp>
      <p:sp>
        <p:nvSpPr>
          <p:cNvPr id="8" name="Text Placeholder 14">
            <a:extLst>
              <a:ext uri="{FF2B5EF4-FFF2-40B4-BE49-F238E27FC236}">
                <a16:creationId xmlns:a16="http://schemas.microsoft.com/office/drawing/2014/main" id="{44977AB6-1D7E-4858-A2EA-BF86577C3990}"/>
              </a:ext>
            </a:extLst>
          </p:cNvPr>
          <p:cNvSpPr>
            <a:spLocks noGrp="1"/>
          </p:cNvSpPr>
          <p:nvPr>
            <p:ph type="body" sz="quarter" idx="13" hasCustomPrompt="1"/>
          </p:nvPr>
        </p:nvSpPr>
        <p:spPr>
          <a:xfrm>
            <a:off x="0" y="1436688"/>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b="0" i="0">
                <a:solidFill>
                  <a:srgbClr val="FFFFFF"/>
                </a:solidFill>
                <a:latin typeface="+mn-lt"/>
              </a:defRPr>
            </a:lvl1pPr>
          </a:lstStyle>
          <a:p>
            <a:pPr lvl="0"/>
            <a:r>
              <a:rPr lang="en-US"/>
              <a:t>Click to enter title</a:t>
            </a:r>
          </a:p>
        </p:txBody>
      </p:sp>
      <p:sp>
        <p:nvSpPr>
          <p:cNvPr id="5" name="Text Placeholder 4"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p:nvPr>
        </p:nvSpPr>
        <p:spPr>
          <a:xfrm>
            <a:off x="588263" y="2099310"/>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553" indent="0">
              <a:buNone/>
              <a:tabLst>
                <a:tab pos="344488" algn="l"/>
              </a:tabLst>
              <a:defRPr sz="2400">
                <a:solidFill>
                  <a:schemeClr val="tx1"/>
                </a:solidFill>
                <a:latin typeface="Consolas" panose="020B0609020204030204" pitchFamily="49" charset="0"/>
                <a:cs typeface="Consolas" panose="020B0609020204030204" pitchFamily="49" charset="0"/>
              </a:defRPr>
            </a:lvl2pPr>
            <a:lvl3pPr marL="584607" indent="0">
              <a:buNone/>
              <a:tabLst>
                <a:tab pos="569913" algn="l"/>
              </a:tabLst>
              <a:defRPr sz="2400">
                <a:solidFill>
                  <a:schemeClr val="tx1"/>
                </a:solidFill>
                <a:latin typeface="Consolas" panose="020B0609020204030204" pitchFamily="49" charset="0"/>
                <a:cs typeface="Consolas" panose="020B0609020204030204" pitchFamily="49" charset="0"/>
              </a:defRPr>
            </a:lvl3pPr>
            <a:lvl4pPr marL="814563" indent="0">
              <a:buNone/>
              <a:tabLst>
                <a:tab pos="800100" algn="l"/>
              </a:tabLst>
              <a:defRPr sz="2400">
                <a:solidFill>
                  <a:schemeClr val="tx1"/>
                </a:solidFill>
                <a:latin typeface="Consolas" panose="020B0609020204030204" pitchFamily="49" charset="0"/>
                <a:cs typeface="Consolas" panose="020B0609020204030204" pitchFamily="49" charset="0"/>
              </a:defRPr>
            </a:lvl4pPr>
            <a:lvl5pPr marL="1050997" indent="0">
              <a:buNone/>
              <a:tabLst>
                <a:tab pos="1028700" algn="l"/>
              </a:tabLst>
              <a:defRPr sz="2400">
                <a:solidFill>
                  <a:schemeClr val="tx1"/>
                </a:solidFill>
                <a:latin typeface="Consolas" panose="020B0609020204030204" pitchFamily="49" charset="0"/>
                <a:cs typeface="Consolas" panose="020B0609020204030204" pitchFamily="49" charset="0"/>
              </a:defRPr>
            </a:lvl5pPr>
          </a:lstStyle>
          <a:p>
            <a:pPr lvl="0"/>
            <a:r>
              <a:rPr lang="en-US"/>
              <a:t>Click to edit Master text styles</a:t>
            </a:r>
          </a:p>
        </p:txBody>
      </p:sp>
    </p:spTree>
    <p:extLst>
      <p:ext uri="{BB962C8B-B14F-4D97-AF65-F5344CB8AC3E}">
        <p14:creationId xmlns:p14="http://schemas.microsoft.com/office/powerpoint/2010/main" val="568486163"/>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1322">
          <p15:clr>
            <a:srgbClr val="5ACBF0"/>
          </p15:clr>
        </p15:guide>
        <p15:guide id="2" orient="horz" pos="905">
          <p15:clr>
            <a:srgbClr val="5ACBF0"/>
          </p15:clr>
        </p15:guide>
        <p15:guide id="3" orient="horz" pos="288">
          <p15:clr>
            <a:srgbClr val="5ACBF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Code Bottom">
    <p:bg>
      <p:bgPr>
        <a:solidFill>
          <a:schemeClr val="bg2"/>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1845FFD-6B9A-4013-932A-5E4D7E849D10}"/>
              </a:ext>
            </a:extLst>
          </p:cNvPr>
          <p:cNvSpPr>
            <a:spLocks noGrp="1"/>
          </p:cNvSpPr>
          <p:nvPr>
            <p:ph type="title"/>
          </p:nvPr>
        </p:nvSpPr>
        <p:spPr/>
        <p:txBody>
          <a:bodyPr/>
          <a:lstStyle>
            <a:lvl1pPr>
              <a:defRPr>
                <a:solidFill>
                  <a:schemeClr val="tx2"/>
                </a:solidFill>
              </a:defRPr>
            </a:lvl1pPr>
          </a:lstStyle>
          <a:p>
            <a:r>
              <a:rPr lang="en-US"/>
              <a:t>Click to edit Master title style</a:t>
            </a:r>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86390" y="1230681"/>
            <a:ext cx="11018520" cy="369332"/>
          </a:xfrm>
        </p:spPr>
        <p:txBody>
          <a:bodyPr wrap="square">
            <a:spAutoFit/>
          </a:bodyPr>
          <a:lstStyle>
            <a:lvl1pPr marL="0" indent="0">
              <a:spcBef>
                <a:spcPts val="600"/>
              </a:spcBef>
              <a:spcAft>
                <a:spcPts val="0"/>
              </a:spcAft>
              <a:buNone/>
              <a:defRPr sz="2400" b="0" i="0">
                <a:solidFill>
                  <a:schemeClr val="tx1"/>
                </a:solidFill>
                <a:latin typeface="+mn-lt"/>
                <a:cs typeface="Segoe UI" panose="020B0502040204020203" pitchFamily="34" charset="0"/>
              </a:defRPr>
            </a:lvl1pPr>
            <a:lvl2pPr marL="228531" indent="0">
              <a:buNone/>
              <a:defRPr sz="240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p:nvSpPr>
        <p:spPr bwMode="auto">
          <a:xfrm>
            <a:off x="0" y="2827138"/>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b="0" i="0">
              <a:solidFill>
                <a:srgbClr val="FFFFFF"/>
              </a:solidFill>
              <a:latin typeface="Segoe UI" panose="020B0502040204020203" pitchFamily="34" charset="0"/>
              <a:ea typeface="Segoe UI" pitchFamily="34" charset="0"/>
              <a:cs typeface="Segoe UI" panose="020B0502040204020203" pitchFamily="34" charset="0"/>
            </a:endParaRPr>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2827138"/>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lang="en-US" sz="1999" b="0" i="0" kern="1200" spc="0" baseline="0" dirty="0">
                <a:solidFill>
                  <a:srgbClr val="FFFFFF"/>
                </a:solidFill>
                <a:latin typeface="+mn-lt"/>
                <a:ea typeface="+mn-ea"/>
                <a:cs typeface="Segoe UI" panose="020B0502040204020203" pitchFamily="34" charset="0"/>
              </a:defRPr>
            </a:lvl1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pPr>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3491219"/>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3657639216"/>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4" orient="horz" pos="1776">
          <p15:clr>
            <a:srgbClr val="5ACBF0"/>
          </p15:clr>
        </p15:guide>
        <p15:guide id="5" orient="horz" pos="2197">
          <p15:clr>
            <a:srgbClr val="5ACBF0"/>
          </p15:clr>
        </p15:guide>
        <p15:guide id="6" orient="horz" pos="773">
          <p15:clr>
            <a:srgbClr val="5ACBF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Code Top">
    <p:bg>
      <p:bgPr>
        <a:solidFill>
          <a:schemeClr val="bg2"/>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p:nvSpPr>
        <p:spPr bwMode="auto">
          <a:xfrm>
            <a:off x="0" y="0"/>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b="0" i="0">
              <a:solidFill>
                <a:srgbClr val="FFFFFF"/>
              </a:solidFill>
              <a:latin typeface="Segoe UI" panose="020B0502040204020203" pitchFamily="34" charset="0"/>
              <a:ea typeface="Segoe UI" pitchFamily="34" charset="0"/>
              <a:cs typeface="Segoe UI" panose="020B0502040204020203" pitchFamily="34" charset="0"/>
            </a:endParaRPr>
          </a:p>
        </p:txBody>
      </p:sp>
      <p:sp>
        <p:nvSpPr>
          <p:cNvPr id="3" name="Title 2">
            <a:extLst>
              <a:ext uri="{FF2B5EF4-FFF2-40B4-BE49-F238E27FC236}">
                <a16:creationId xmlns:a16="http://schemas.microsoft.com/office/drawing/2014/main" id="{71845FFD-6B9A-4013-932A-5E4D7E849D10}"/>
              </a:ext>
            </a:extLst>
          </p:cNvPr>
          <p:cNvSpPr>
            <a:spLocks noGrp="1"/>
          </p:cNvSpPr>
          <p:nvPr>
            <p:ph type="title"/>
          </p:nvPr>
        </p:nvSpPr>
        <p:spPr>
          <a:xfrm>
            <a:off x="588263" y="4224580"/>
            <a:ext cx="11018520" cy="492443"/>
          </a:xfrm>
        </p:spPr>
        <p:txBody>
          <a:bodyPr/>
          <a:lstStyle>
            <a:lvl1pPr>
              <a:defRPr sz="3200">
                <a:solidFill>
                  <a:schemeClr val="tx2"/>
                </a:solidFill>
                <a:latin typeface="+mj-lt"/>
              </a:defRPr>
            </a:lvl1pPr>
          </a:lstStyle>
          <a:p>
            <a:r>
              <a:rPr lang="en-US"/>
              <a:t>Click to edit Master title style</a:t>
            </a:r>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0"/>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lang="en-US" sz="1999" b="0" i="0" kern="1200" spc="0" baseline="0" dirty="0">
                <a:solidFill>
                  <a:srgbClr val="FFFFFF"/>
                </a:solidFill>
                <a:latin typeface="+mn-lt"/>
                <a:ea typeface="+mn-ea"/>
                <a:cs typeface="Segoe UI" panose="020B0502040204020203" pitchFamily="34" charset="0"/>
              </a:defRPr>
            </a:lvl1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pPr>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660508"/>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91152" y="4996505"/>
            <a:ext cx="11018520" cy="369332"/>
          </a:xfrm>
        </p:spPr>
        <p:txBody>
          <a:bodyPr wrap="square">
            <a:spAutoFit/>
          </a:bodyPr>
          <a:lstStyle>
            <a:lvl1pPr marL="0" indent="0">
              <a:spcBef>
                <a:spcPts val="600"/>
              </a:spcBef>
              <a:spcAft>
                <a:spcPts val="0"/>
              </a:spcAft>
              <a:buNone/>
              <a:defRPr sz="2400" b="0" i="0">
                <a:solidFill>
                  <a:schemeClr val="tx1"/>
                </a:solidFill>
                <a:latin typeface="+mn-lt"/>
                <a:cs typeface="Segoe UI" panose="020B0502040204020203" pitchFamily="34" charset="0"/>
              </a:defRPr>
            </a:lvl1pPr>
            <a:lvl2pPr marL="228531" indent="0">
              <a:buNone/>
              <a:defRPr sz="240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Tree>
    <p:extLst>
      <p:ext uri="{BB962C8B-B14F-4D97-AF65-F5344CB8AC3E}">
        <p14:creationId xmlns:p14="http://schemas.microsoft.com/office/powerpoint/2010/main" val="692859220"/>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4" orient="horz" pos="2661">
          <p15:clr>
            <a:srgbClr val="5ACBF0"/>
          </p15:clr>
        </p15:guide>
        <p15:guide id="5" orient="horz" pos="3147">
          <p15:clr>
            <a:srgbClr val="5ACBF0"/>
          </p15:clr>
        </p15:guide>
        <p15:guide id="6" orient="horz" pos="419">
          <p15:clr>
            <a:srgbClr val="5ACBF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Code Right Side">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82BB27-7DA5-4478-8C18-C1FFEE20AAC1}"/>
              </a:ext>
            </a:extLst>
          </p:cNvPr>
          <p:cNvSpPr>
            <a:spLocks noGrp="1"/>
          </p:cNvSpPr>
          <p:nvPr>
            <p:ph type="title" hasCustomPrompt="1"/>
          </p:nvPr>
        </p:nvSpPr>
        <p:spPr>
          <a:xfrm>
            <a:off x="588263" y="457200"/>
            <a:ext cx="4040887" cy="492443"/>
          </a:xfrm>
        </p:spPr>
        <p:txBody>
          <a:bodyPr/>
          <a:lstStyle>
            <a:lvl1pPr>
              <a:defRPr sz="3200">
                <a:solidFill>
                  <a:schemeClr val="tx2"/>
                </a:solidFill>
              </a:defRPr>
            </a:lvl1pPr>
          </a:lstStyle>
          <a:p>
            <a:r>
              <a:rPr lang="en-US"/>
              <a:t>Click to edit title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588965" y="1338139"/>
            <a:ext cx="4040185" cy="369332"/>
          </a:xfrm>
        </p:spPr>
        <p:txBody>
          <a:bodyPr wrap="square">
            <a:spAutoFit/>
          </a:bodyPr>
          <a:lstStyle>
            <a:lvl1pPr marL="0" indent="0">
              <a:lnSpc>
                <a:spcPct val="100000"/>
              </a:lnSpc>
              <a:spcBef>
                <a:spcPts val="600"/>
              </a:spcBef>
              <a:spcAft>
                <a:spcPts val="0"/>
              </a:spcAft>
              <a:buNone/>
              <a:defRPr sz="2400" b="0" i="0" baseline="0">
                <a:solidFill>
                  <a:schemeClr val="tx1"/>
                </a:solidFill>
                <a:latin typeface="+mn-lt"/>
                <a:cs typeface="Segoe UI" panose="020B0502040204020203" pitchFamily="34"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p:nvSpPr>
        <p:spPr bwMode="auto">
          <a:xfrm>
            <a:off x="5205984"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b="0" i="0">
              <a:solidFill>
                <a:srgbClr val="FFFFFF"/>
              </a:solidFill>
              <a:latin typeface="Segoe UI" panose="020B0502040204020203" pitchFamily="34" charset="0"/>
              <a:ea typeface="Segoe UI" pitchFamily="34" charset="0"/>
              <a:cs typeface="Segoe UI" panose="020B0502040204020203" pitchFamily="34" charset="0"/>
            </a:endParaRP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5211763" y="0"/>
            <a:ext cx="3788358" cy="492314"/>
          </a:xfr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lang="en-US" sz="1999" b="0" i="0" kern="1200" spc="0" baseline="0" dirty="0">
                <a:solidFill>
                  <a:srgbClr val="FFFFFF"/>
                </a:solidFill>
                <a:latin typeface="+mn-lt"/>
                <a:ea typeface="+mn-ea"/>
                <a:cs typeface="Segoe UI" panose="020B0502040204020203" pitchFamily="34" charset="0"/>
              </a:defRPr>
            </a:lvl1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pPr>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00725" y="709187"/>
            <a:ext cx="5801961" cy="369332"/>
          </a:xfrm>
        </p:spPr>
        <p:txBody>
          <a:bodyPr/>
          <a:lstStyle>
            <a:lvl1pPr marL="0" indent="0">
              <a:buNone/>
              <a:tabLst/>
              <a:defRPr sz="2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1857840245"/>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2" orient="horz" pos="445">
          <p15:clr>
            <a:srgbClr val="5ACBF0"/>
          </p15:clr>
        </p15:guide>
        <p15:guide id="4" orient="horz" pos="843">
          <p15:clr>
            <a:srgbClr val="5ACBF0"/>
          </p15:clr>
        </p15:guide>
        <p15:guide id="7" pos="3283">
          <p15:clr>
            <a:srgbClr val="5ACBF0"/>
          </p15:clr>
        </p15:guide>
        <p15:guide id="8" pos="3654">
          <p15:clr>
            <a:srgbClr val="5ACBF0"/>
          </p15:clr>
        </p15:guide>
        <p15:guide id="9" pos="2916">
          <p15:clr>
            <a:srgbClr val="5ACBF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Code Left Side">
    <p:bg>
      <p:bgPr>
        <a:solidFill>
          <a:schemeClr val="bg2"/>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p:nvSpPr>
        <p:spPr bwMode="auto">
          <a:xfrm>
            <a:off x="-2"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b="0" i="0">
              <a:solidFill>
                <a:srgbClr val="FFFFFF"/>
              </a:solidFill>
              <a:latin typeface="Segoe UI" panose="020B0502040204020203" pitchFamily="34" charset="0"/>
              <a:ea typeface="Segoe UI" pitchFamily="34" charset="0"/>
              <a:cs typeface="Segoe UI" panose="020B0502040204020203" pitchFamily="34" charset="0"/>
            </a:endParaRPr>
          </a:p>
        </p:txBody>
      </p:sp>
      <p:sp>
        <p:nvSpPr>
          <p:cNvPr id="2" name="Title 1">
            <a:extLst>
              <a:ext uri="{FF2B5EF4-FFF2-40B4-BE49-F238E27FC236}">
                <a16:creationId xmlns:a16="http://schemas.microsoft.com/office/drawing/2014/main" id="{6BB14A7D-C409-4A7C-9D82-A2E5DBB8AB72}"/>
              </a:ext>
            </a:extLst>
          </p:cNvPr>
          <p:cNvSpPr>
            <a:spLocks noGrp="1"/>
          </p:cNvSpPr>
          <p:nvPr>
            <p:ph type="title" hasCustomPrompt="1"/>
          </p:nvPr>
        </p:nvSpPr>
        <p:spPr>
          <a:xfrm>
            <a:off x="7575549" y="457200"/>
            <a:ext cx="4031233" cy="492443"/>
          </a:xfrm>
        </p:spPr>
        <p:txBody>
          <a:bodyPr/>
          <a:lstStyle>
            <a:lvl1pPr>
              <a:defRPr sz="3200">
                <a:solidFill>
                  <a:schemeClr val="tx2"/>
                </a:solidFill>
              </a:defRPr>
            </a:lvl1pPr>
          </a:lstStyle>
          <a:p>
            <a:r>
              <a:rPr lang="en-US"/>
              <a:t>Click to edit title</a:t>
            </a: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1" y="0"/>
            <a:ext cx="3788358" cy="492314"/>
          </a:xfr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lang="en-US" sz="1999" b="0" i="0" kern="1200" spc="0" baseline="0" dirty="0">
                <a:solidFill>
                  <a:srgbClr val="FFFFFF"/>
                </a:solidFill>
                <a:latin typeface="+mn-lt"/>
                <a:ea typeface="+mn-ea"/>
                <a:cs typeface="Segoe UI" panose="020B0502040204020203" pitchFamily="34" charset="0"/>
              </a:defRPr>
            </a:lvl1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pPr>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4199" y="706011"/>
            <a:ext cx="5819775" cy="369332"/>
          </a:xfrm>
        </p:spPr>
        <p:txBody>
          <a:bodyPr/>
          <a:lstStyle>
            <a:lvl1pPr marL="0" indent="0">
              <a:buNone/>
              <a:defRPr sz="2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7575550" y="1336675"/>
            <a:ext cx="4033838" cy="369332"/>
          </a:xfrm>
        </p:spPr>
        <p:txBody>
          <a:bodyPr wrap="square">
            <a:spAutoFit/>
          </a:bodyPr>
          <a:lstStyle>
            <a:lvl1pPr marL="0" indent="0">
              <a:lnSpc>
                <a:spcPct val="100000"/>
              </a:lnSpc>
              <a:spcBef>
                <a:spcPts val="600"/>
              </a:spcBef>
              <a:spcAft>
                <a:spcPts val="0"/>
              </a:spcAft>
              <a:buNone/>
              <a:defRPr sz="2400" b="0" i="0" baseline="0">
                <a:solidFill>
                  <a:schemeClr val="tx1"/>
                </a:solidFill>
                <a:latin typeface="+mn-lt"/>
                <a:cs typeface="Segoe UI" panose="020B0502040204020203" pitchFamily="34"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Tree>
    <p:extLst>
      <p:ext uri="{BB962C8B-B14F-4D97-AF65-F5344CB8AC3E}">
        <p14:creationId xmlns:p14="http://schemas.microsoft.com/office/powerpoint/2010/main" val="3986416915"/>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2" orient="horz" pos="436">
          <p15:clr>
            <a:srgbClr val="5ACBF0"/>
          </p15:clr>
        </p15:guide>
        <p15:guide id="4" orient="horz" pos="839">
          <p15:clr>
            <a:srgbClr val="5ACBF0"/>
          </p15:clr>
        </p15:guide>
        <p15:guide id="6" pos="4402">
          <p15:clr>
            <a:srgbClr val="5ACBF0"/>
          </p15:clr>
        </p15:guide>
        <p15:guide id="7" pos="4034">
          <p15:clr>
            <a:srgbClr val="5ACBF0"/>
          </p15:clr>
        </p15:guide>
        <p15:guide id="8" pos="4772">
          <p15:clr>
            <a:srgbClr val="5ACBF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Section Slide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2980408"/>
            <a:ext cx="4800600" cy="553998"/>
          </a:xfrm>
          <a:noFill/>
        </p:spPr>
        <p:txBody>
          <a:bodyPr vert="horz" wrap="square" lIns="0" tIns="0" rIns="0" bIns="0" rtlCol="0" anchor="b" anchorCtr="0">
            <a:spAutoFit/>
          </a:bodyPr>
          <a:lstStyle>
            <a:lvl1pPr>
              <a:defRPr lang="en-US" sz="4000" b="0" i="0" kern="1200" cap="none" spc="-150" baseline="0" dirty="0">
                <a:ln w="3175">
                  <a:noFill/>
                </a:ln>
                <a:solidFill>
                  <a:schemeClr val="accent5"/>
                </a:solidFill>
                <a:effectLst/>
                <a:latin typeface="+mj-lt"/>
                <a:ea typeface="+mn-ea"/>
                <a:cs typeface="Segoe UI" panose="020B0502040204020203" pitchFamily="34" charset="0"/>
              </a:defRPr>
            </a:lvl1pPr>
          </a:lstStyle>
          <a:p>
            <a:pPr lvl="0" algn="l" defTabSz="932742" rtl="0" eaLnBrk="1" latinLnBrk="0" hangingPunct="1">
              <a:lnSpc>
                <a:spcPct val="90000"/>
              </a:lnSpc>
              <a:spcBef>
                <a:spcPct val="0"/>
              </a:spcBef>
              <a:buNone/>
            </a:pPr>
            <a:r>
              <a:rPr lang="en-US"/>
              <a:t>Section title</a:t>
            </a:r>
          </a:p>
        </p:txBody>
      </p:sp>
    </p:spTree>
    <p:extLst>
      <p:ext uri="{BB962C8B-B14F-4D97-AF65-F5344CB8AC3E}">
        <p14:creationId xmlns:p14="http://schemas.microsoft.com/office/powerpoint/2010/main" val="380028222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Section Slid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2980408"/>
            <a:ext cx="4800600" cy="553998"/>
          </a:xfrm>
          <a:noFill/>
        </p:spPr>
        <p:txBody>
          <a:bodyPr lIns="0" tIns="0" rIns="0" bIns="0" anchor="b" anchorCtr="0">
            <a:spAutoFit/>
          </a:bodyPr>
          <a:lstStyle>
            <a:lvl1pPr algn="l" defTabSz="932742" rtl="0" eaLnBrk="1" latinLnBrk="0" hangingPunct="1">
              <a:lnSpc>
                <a:spcPct val="90000"/>
              </a:lnSpc>
              <a:spcBef>
                <a:spcPct val="0"/>
              </a:spcBef>
              <a:buNone/>
              <a:defRPr lang="en-US" sz="4000" b="0" i="0" kern="1200" cap="none" spc="-150" baseline="0" dirty="0">
                <a:ln w="3175">
                  <a:noFill/>
                </a:ln>
                <a:solidFill>
                  <a:schemeClr val="bg1"/>
                </a:solidFill>
                <a:effectLst/>
                <a:latin typeface="+mj-lt"/>
                <a:ea typeface="+mn-ea"/>
                <a:cs typeface="Segoe UI" panose="020B0502040204020203" pitchFamily="34" charset="0"/>
              </a:defRPr>
            </a:lvl1pPr>
          </a:lstStyle>
          <a:p>
            <a:r>
              <a:rPr lang="en-US"/>
              <a:t>Section title</a:t>
            </a:r>
          </a:p>
        </p:txBody>
      </p:sp>
    </p:spTree>
    <p:extLst>
      <p:ext uri="{BB962C8B-B14F-4D97-AF65-F5344CB8AC3E}">
        <p14:creationId xmlns:p14="http://schemas.microsoft.com/office/powerpoint/2010/main" val="351531040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Section Slide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2980408"/>
            <a:ext cx="4800600" cy="553998"/>
          </a:xfrm>
          <a:noFill/>
        </p:spPr>
        <p:txBody>
          <a:bodyPr lIns="0" tIns="0" rIns="0" bIns="0" anchor="b" anchorCtr="0">
            <a:spAutoFit/>
          </a:bodyPr>
          <a:lstStyle>
            <a:lvl1pPr algn="l" defTabSz="932742" rtl="0" eaLnBrk="1" latinLnBrk="0" hangingPunct="1">
              <a:lnSpc>
                <a:spcPct val="90000"/>
              </a:lnSpc>
              <a:spcBef>
                <a:spcPct val="0"/>
              </a:spcBef>
              <a:buNone/>
              <a:defRPr lang="en-US" sz="4000" b="0" i="0" kern="1200" cap="none" spc="-150" baseline="0" dirty="0">
                <a:ln w="3175">
                  <a:noFill/>
                </a:ln>
                <a:solidFill>
                  <a:schemeClr val="bg1"/>
                </a:solidFill>
                <a:effectLst/>
                <a:latin typeface="+mj-lt"/>
                <a:ea typeface="+mn-ea"/>
                <a:cs typeface="Segoe UI" panose="020B0502040204020203" pitchFamily="34" charset="0"/>
              </a:defRPr>
            </a:lvl1pPr>
          </a:lstStyle>
          <a:p>
            <a:r>
              <a:rPr lang="en-US"/>
              <a:t>Section title</a:t>
            </a:r>
          </a:p>
        </p:txBody>
      </p:sp>
    </p:spTree>
    <p:extLst>
      <p:ext uri="{BB962C8B-B14F-4D97-AF65-F5344CB8AC3E}">
        <p14:creationId xmlns:p14="http://schemas.microsoft.com/office/powerpoint/2010/main" val="390686251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Section Slide 4">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2980408"/>
            <a:ext cx="4800600" cy="553998"/>
          </a:xfrm>
          <a:noFill/>
        </p:spPr>
        <p:txBody>
          <a:bodyPr vert="horz" wrap="square" lIns="0" tIns="0" rIns="0" bIns="0" rtlCol="0" anchor="b" anchorCtr="0">
            <a:spAutoFit/>
          </a:bodyPr>
          <a:lstStyle>
            <a:lvl1pPr>
              <a:defRPr lang="en-US" sz="4000" b="0" i="0" kern="1200" cap="none" spc="-150" baseline="0" dirty="0">
                <a:ln w="3175">
                  <a:noFill/>
                </a:ln>
                <a:solidFill>
                  <a:schemeClr val="accent5"/>
                </a:solidFill>
                <a:effectLst/>
                <a:latin typeface="+mj-lt"/>
                <a:ea typeface="+mn-ea"/>
                <a:cs typeface="Segoe UI" panose="020B0502040204020203" pitchFamily="34" charset="0"/>
              </a:defRPr>
            </a:lvl1pPr>
          </a:lstStyle>
          <a:p>
            <a:pPr lvl="0" algn="l" defTabSz="932742" rtl="0" eaLnBrk="1" latinLnBrk="0" hangingPunct="1">
              <a:lnSpc>
                <a:spcPct val="90000"/>
              </a:lnSpc>
              <a:spcBef>
                <a:spcPct val="0"/>
              </a:spcBef>
              <a:buNone/>
            </a:pPr>
            <a:r>
              <a:rPr lang="en-US"/>
              <a:t>Section title</a:t>
            </a:r>
          </a:p>
        </p:txBody>
      </p:sp>
    </p:spTree>
    <p:extLst>
      <p:ext uri="{BB962C8B-B14F-4D97-AF65-F5344CB8AC3E}">
        <p14:creationId xmlns:p14="http://schemas.microsoft.com/office/powerpoint/2010/main" val="376325696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Alternate Section Slide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2980408"/>
            <a:ext cx="4800600" cy="553998"/>
          </a:xfrm>
          <a:noFill/>
        </p:spPr>
        <p:txBody>
          <a:bodyPr vert="horz" wrap="square" lIns="0" tIns="0" rIns="0" bIns="0" rtlCol="0" anchor="b" anchorCtr="0">
            <a:spAutoFit/>
          </a:bodyPr>
          <a:lstStyle>
            <a:lvl1pPr>
              <a:defRPr lang="en-US" sz="4000" b="0" i="0" dirty="0">
                <a:solidFill>
                  <a:schemeClr val="tx1"/>
                </a:solidFill>
                <a:latin typeface="+mj-lt"/>
              </a:defRPr>
            </a:lvl1pPr>
          </a:lstStyle>
          <a:p>
            <a:pPr lvl="0">
              <a:lnSpc>
                <a:spcPct val="90000"/>
              </a:lnSpc>
            </a:pPr>
            <a:r>
              <a:rPr lang="en-US"/>
              <a:t>Section title</a:t>
            </a:r>
          </a:p>
        </p:txBody>
      </p:sp>
    </p:spTree>
    <p:extLst>
      <p:ext uri="{BB962C8B-B14F-4D97-AF65-F5344CB8AC3E}">
        <p14:creationId xmlns:p14="http://schemas.microsoft.com/office/powerpoint/2010/main" val="97555665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Alternate Section Slid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2980408"/>
            <a:ext cx="4800600" cy="553998"/>
          </a:xfrm>
          <a:noFill/>
        </p:spPr>
        <p:txBody>
          <a:bodyPr vert="horz" wrap="square" lIns="0" tIns="0" rIns="0" bIns="0" rtlCol="0" anchor="b" anchorCtr="0">
            <a:spAutoFit/>
          </a:bodyPr>
          <a:lstStyle>
            <a:lvl1pPr>
              <a:defRPr lang="en-US" sz="4000" b="0" i="0" kern="1200" cap="none" spc="-150" baseline="0" dirty="0">
                <a:ln w="3175">
                  <a:noFill/>
                </a:ln>
                <a:solidFill>
                  <a:schemeClr val="tx1"/>
                </a:solidFill>
                <a:effectLst/>
                <a:latin typeface="+mj-lt"/>
                <a:ea typeface="+mn-ea"/>
                <a:cs typeface="Segoe UI" panose="020B0502040204020203" pitchFamily="34" charset="0"/>
              </a:defRPr>
            </a:lvl1pPr>
          </a:lstStyle>
          <a:p>
            <a:pPr lvl="0" algn="l" defTabSz="932742" rtl="0" eaLnBrk="1" latinLnBrk="0" hangingPunct="1">
              <a:lnSpc>
                <a:spcPct val="90000"/>
              </a:lnSpc>
              <a:spcBef>
                <a:spcPct val="0"/>
              </a:spcBef>
              <a:buNone/>
            </a:pPr>
            <a:r>
              <a:rPr lang="en-US"/>
              <a:t>Section title</a:t>
            </a:r>
          </a:p>
        </p:txBody>
      </p:sp>
    </p:spTree>
    <p:extLst>
      <p:ext uri="{BB962C8B-B14F-4D97-AF65-F5344CB8AC3E}">
        <p14:creationId xmlns:p14="http://schemas.microsoft.com/office/powerpoint/2010/main" val="164218293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Alternate Section Slide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2980408"/>
            <a:ext cx="4800600" cy="553998"/>
          </a:xfrm>
          <a:noFill/>
        </p:spPr>
        <p:txBody>
          <a:bodyPr vert="horz" wrap="square" lIns="0" tIns="0" rIns="0" bIns="0" rtlCol="0" anchor="b" anchorCtr="0">
            <a:spAutoFit/>
          </a:bodyPr>
          <a:lstStyle>
            <a:lvl1pPr>
              <a:defRPr lang="en-US" sz="4000" b="0" i="0" kern="1200" cap="none" spc="-150" baseline="0" dirty="0">
                <a:ln w="3175">
                  <a:noFill/>
                </a:ln>
                <a:solidFill>
                  <a:schemeClr val="accent5"/>
                </a:solidFill>
                <a:effectLst/>
                <a:latin typeface="+mj-lt"/>
                <a:ea typeface="+mn-ea"/>
                <a:cs typeface="Segoe UI" panose="020B0502040204020203" pitchFamily="34" charset="0"/>
              </a:defRPr>
            </a:lvl1pPr>
          </a:lstStyle>
          <a:p>
            <a:pPr lvl="0" algn="l" defTabSz="932742" rtl="0" eaLnBrk="1" latinLnBrk="0" hangingPunct="1">
              <a:lnSpc>
                <a:spcPct val="90000"/>
              </a:lnSpc>
              <a:spcBef>
                <a:spcPct val="0"/>
              </a:spcBef>
              <a:buNone/>
            </a:pPr>
            <a:r>
              <a:rPr lang="en-US"/>
              <a:t>Section title</a:t>
            </a:r>
          </a:p>
        </p:txBody>
      </p:sp>
    </p:spTree>
    <p:extLst>
      <p:ext uri="{BB962C8B-B14F-4D97-AF65-F5344CB8AC3E}">
        <p14:creationId xmlns:p14="http://schemas.microsoft.com/office/powerpoint/2010/main" val="191691575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Alternate Section Slide 4">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2980408"/>
            <a:ext cx="4800600" cy="553998"/>
          </a:xfrm>
          <a:noFill/>
        </p:spPr>
        <p:txBody>
          <a:bodyPr vert="horz" wrap="square" lIns="0" tIns="0" rIns="0" bIns="0" rtlCol="0" anchor="b" anchorCtr="0">
            <a:spAutoFit/>
          </a:bodyPr>
          <a:lstStyle>
            <a:lvl1pPr>
              <a:defRPr lang="en-US" sz="4000" b="0" i="0" kern="1200" cap="none" spc="-150" baseline="0" dirty="0">
                <a:ln w="3175">
                  <a:noFill/>
                </a:ln>
                <a:solidFill>
                  <a:srgbClr val="0D0061"/>
                </a:solidFill>
                <a:effectLst/>
                <a:latin typeface="+mj-lt"/>
                <a:ea typeface="+mn-ea"/>
                <a:cs typeface="Segoe UI" panose="020B0502040204020203" pitchFamily="34" charset="0"/>
              </a:defRPr>
            </a:lvl1pPr>
          </a:lstStyle>
          <a:p>
            <a:pPr lvl="0" algn="l" defTabSz="932742" rtl="0" eaLnBrk="1" latinLnBrk="0" hangingPunct="1">
              <a:lnSpc>
                <a:spcPct val="90000"/>
              </a:lnSpc>
              <a:spcBef>
                <a:spcPct val="0"/>
              </a:spcBef>
              <a:buNone/>
            </a:pPr>
            <a:r>
              <a:rPr lang="en-US"/>
              <a:t>Section title</a:t>
            </a:r>
          </a:p>
        </p:txBody>
      </p:sp>
    </p:spTree>
    <p:extLst>
      <p:ext uri="{BB962C8B-B14F-4D97-AF65-F5344CB8AC3E}">
        <p14:creationId xmlns:p14="http://schemas.microsoft.com/office/powerpoint/2010/main" val="164641461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Alternate Section Slide 5">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2980408"/>
            <a:ext cx="4800600" cy="553998"/>
          </a:xfrm>
          <a:noFill/>
        </p:spPr>
        <p:txBody>
          <a:bodyPr lIns="0" tIns="0" rIns="0" bIns="0" anchor="b" anchorCtr="0">
            <a:spAutoFit/>
          </a:bodyPr>
          <a:lstStyle>
            <a:lvl1pPr algn="l" defTabSz="932742" rtl="0" eaLnBrk="1" latinLnBrk="0" hangingPunct="1">
              <a:lnSpc>
                <a:spcPct val="90000"/>
              </a:lnSpc>
              <a:spcBef>
                <a:spcPct val="0"/>
              </a:spcBef>
              <a:buNone/>
              <a:defRPr lang="en-US" sz="4000" b="0" i="0" kern="1200" cap="none" spc="-150" baseline="0" dirty="0">
                <a:ln w="3175">
                  <a:noFill/>
                </a:ln>
                <a:solidFill>
                  <a:schemeClr val="accent5"/>
                </a:solidFill>
                <a:effectLst/>
                <a:latin typeface="+mj-lt"/>
                <a:ea typeface="+mn-ea"/>
                <a:cs typeface="Segoe UI" panose="020B0502040204020203" pitchFamily="34" charset="0"/>
              </a:defRPr>
            </a:lvl1pPr>
          </a:lstStyle>
          <a:p>
            <a:r>
              <a:rPr lang="en-US"/>
              <a:t>Section title</a:t>
            </a:r>
          </a:p>
        </p:txBody>
      </p:sp>
    </p:spTree>
    <p:extLst>
      <p:ext uri="{BB962C8B-B14F-4D97-AF65-F5344CB8AC3E}">
        <p14:creationId xmlns:p14="http://schemas.microsoft.com/office/powerpoint/2010/main" val="52108253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Alternate Section Slide 6">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9EC132A7-E105-7F97-5825-C64651DAB1F6}"/>
              </a:ext>
            </a:extLst>
          </p:cNvPr>
          <p:cNvSpPr>
            <a:spLocks noGrp="1"/>
          </p:cNvSpPr>
          <p:nvPr>
            <p:ph type="title" hasCustomPrompt="1"/>
          </p:nvPr>
        </p:nvSpPr>
        <p:spPr>
          <a:xfrm>
            <a:off x="585216" y="2977823"/>
            <a:ext cx="4800600" cy="553998"/>
          </a:xfrm>
          <a:noFill/>
        </p:spPr>
        <p:txBody>
          <a:bodyPr vert="horz" wrap="square" lIns="0" tIns="0" rIns="0" bIns="0" rtlCol="0" anchor="b" anchorCtr="0">
            <a:spAutoFit/>
          </a:bodyPr>
          <a:lstStyle>
            <a:lvl1pPr>
              <a:defRPr lang="en-US" sz="4000" dirty="0">
                <a:solidFill>
                  <a:schemeClr val="bg1"/>
                </a:solidFill>
              </a:defRPr>
            </a:lvl1pPr>
          </a:lstStyle>
          <a:p>
            <a:pPr lvl="0">
              <a:lnSpc>
                <a:spcPct val="90000"/>
              </a:lnSpc>
            </a:pPr>
            <a:r>
              <a:rPr lang="en-US"/>
              <a:t>Section title</a:t>
            </a:r>
          </a:p>
        </p:txBody>
      </p:sp>
    </p:spTree>
    <p:extLst>
      <p:ext uri="{BB962C8B-B14F-4D97-AF65-F5344CB8AC3E}">
        <p14:creationId xmlns:p14="http://schemas.microsoft.com/office/powerpoint/2010/main" val="112835115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Demo 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2977823"/>
            <a:ext cx="4800600" cy="553998"/>
          </a:xfrm>
          <a:noFill/>
        </p:spPr>
        <p:txBody>
          <a:bodyPr vert="horz" wrap="square" lIns="0" tIns="0" rIns="0" bIns="0" rtlCol="0" anchor="b" anchorCtr="0">
            <a:spAutoFit/>
          </a:bodyPr>
          <a:lstStyle>
            <a:lvl1pPr>
              <a:defRPr lang="en-US" sz="4000" dirty="0">
                <a:solidFill>
                  <a:schemeClr val="accent1"/>
                </a:solidFill>
              </a:defRPr>
            </a:lvl1pPr>
          </a:lstStyle>
          <a:p>
            <a:pPr lvl="0">
              <a:lnSpc>
                <a:spcPct val="90000"/>
              </a:lnSpc>
            </a:pPr>
            <a:r>
              <a:rPr lang="en-US"/>
              <a:t>Demo title</a:t>
            </a:r>
          </a:p>
        </p:txBody>
      </p:sp>
      <p:sp>
        <p:nvSpPr>
          <p:cNvPr id="5" name="Text Placeholder 4"/>
          <p:cNvSpPr>
            <a:spLocks noGrp="1"/>
          </p:cNvSpPr>
          <p:nvPr>
            <p:ph type="body" sz="quarter" idx="12" hasCustomPrompt="1"/>
          </p:nvPr>
        </p:nvSpPr>
        <p:spPr>
          <a:xfrm>
            <a:off x="585216" y="3977319"/>
            <a:ext cx="4800600" cy="246221"/>
          </a:xfrm>
          <a:noFill/>
        </p:spPr>
        <p:txBody>
          <a:bodyPr lIns="0" tIns="0" rIns="0" bIns="0">
            <a:spAutoFit/>
          </a:bodyPr>
          <a:lstStyle>
            <a:lvl1pPr marL="0" indent="0">
              <a:spcBef>
                <a:spcPts val="0"/>
              </a:spcBef>
              <a:spcAft>
                <a:spcPts val="0"/>
              </a:spcAft>
              <a:buFont typeface="Arial" panose="020B0604020202020204" pitchFamily="34" charset="0"/>
              <a:buNone/>
              <a:defRPr sz="1600" b="0" i="0" spc="0" baseline="0">
                <a:solidFill>
                  <a:schemeClr val="accent5"/>
                </a:solidFill>
                <a:latin typeface="+mn-lt"/>
              </a:defRPr>
            </a:lvl1pPr>
          </a:lstStyle>
          <a:p>
            <a:pPr lvl="0"/>
            <a:r>
              <a:rPr lang="en-US"/>
              <a:t>Speaker name</a:t>
            </a:r>
          </a:p>
        </p:txBody>
      </p:sp>
    </p:spTree>
    <p:extLst>
      <p:ext uri="{BB962C8B-B14F-4D97-AF65-F5344CB8AC3E}">
        <p14:creationId xmlns:p14="http://schemas.microsoft.com/office/powerpoint/2010/main" val="81276399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Quo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60D155-47E8-D819-5FA4-748607570A1C}"/>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3" name="Picture Placeholder 9">
            <a:extLst>
              <a:ext uri="{FF2B5EF4-FFF2-40B4-BE49-F238E27FC236}">
                <a16:creationId xmlns:a16="http://schemas.microsoft.com/office/drawing/2014/main" id="{5022EE65-FBB2-C961-B89F-9DADBDB2DB30}"/>
              </a:ext>
            </a:extLst>
          </p:cNvPr>
          <p:cNvSpPr>
            <a:spLocks noGrp="1"/>
          </p:cNvSpPr>
          <p:nvPr>
            <p:ph type="pic" sz="quarter" idx="14"/>
          </p:nvPr>
        </p:nvSpPr>
        <p:spPr>
          <a:xfrm>
            <a:off x="6976658" y="1582894"/>
            <a:ext cx="4022822" cy="4022822"/>
          </a:xfrm>
          <a:prstGeom prst="rect">
            <a:avLst/>
          </a:prstGeom>
          <a:blipFill>
            <a:blip r:embed="rId3"/>
            <a:stretch>
              <a:fillRect/>
            </a:stretch>
          </a:blipFill>
          <a:effectLst>
            <a:outerShdw blurRad="215900" dist="190500" dir="2700000" sx="101000" sy="101000" algn="ctr" rotWithShape="0">
              <a:srgbClr val="000000">
                <a:alpha val="23000"/>
              </a:srgbClr>
            </a:outerShdw>
          </a:effectLst>
        </p:spPr>
        <p:txBody>
          <a:bodyPr vert="horz" wrap="square" lIns="0" tIns="0" rIns="0" bIns="0" rtlCol="0" anchor="t" anchorCtr="0">
            <a:normAutofit/>
          </a:bodyPr>
          <a:lstStyle>
            <a:lvl1pPr marL="228600" indent="-228600" algn="ctr">
              <a:buNone/>
              <a:defRPr lang="en-US" sz="1800" b="0" i="0">
                <a:solidFill>
                  <a:schemeClr val="tx1"/>
                </a:solidFill>
                <a:latin typeface="+mn-lt"/>
              </a:defRPr>
            </a:lvl1pPr>
          </a:lstStyle>
          <a:p>
            <a:pPr marL="228600" lvl="0" indent="-228600" algn="ctr"/>
            <a:r>
              <a:rPr lang="en-US"/>
              <a:t>Click icon to add picture</a:t>
            </a:r>
          </a:p>
        </p:txBody>
      </p:sp>
      <p:sp>
        <p:nvSpPr>
          <p:cNvPr id="10" name="Freeform: Shape 9">
            <a:extLst>
              <a:ext uri="{FF2B5EF4-FFF2-40B4-BE49-F238E27FC236}">
                <a16:creationId xmlns:a16="http://schemas.microsoft.com/office/drawing/2014/main" id="{52A3F807-DEFB-6026-D7BD-82284EB7FB76}"/>
              </a:ext>
            </a:extLst>
          </p:cNvPr>
          <p:cNvSpPr/>
          <p:nvPr/>
        </p:nvSpPr>
        <p:spPr>
          <a:xfrm>
            <a:off x="627162" y="1582894"/>
            <a:ext cx="829497" cy="724371"/>
          </a:xfrm>
          <a:custGeom>
            <a:avLst/>
            <a:gdLst>
              <a:gd name="connsiteX0" fmla="*/ 393237 w 674431"/>
              <a:gd name="connsiteY0" fmla="*/ 0 h 587906"/>
              <a:gd name="connsiteX1" fmla="*/ 616089 w 674431"/>
              <a:gd name="connsiteY1" fmla="*/ 0 h 587906"/>
              <a:gd name="connsiteX2" fmla="*/ 616151 w 674431"/>
              <a:gd name="connsiteY2" fmla="*/ 0 h 587906"/>
              <a:gd name="connsiteX3" fmla="*/ 674431 w 674431"/>
              <a:gd name="connsiteY3" fmla="*/ 58280 h 587906"/>
              <a:gd name="connsiteX4" fmla="*/ 674431 w 674431"/>
              <a:gd name="connsiteY4" fmla="*/ 221738 h 587906"/>
              <a:gd name="connsiteX5" fmla="*/ 597219 w 674431"/>
              <a:gd name="connsiteY5" fmla="*/ 471750 h 587906"/>
              <a:gd name="connsiteX6" fmla="*/ 393361 w 674431"/>
              <a:gd name="connsiteY6" fmla="*/ 587630 h 587906"/>
              <a:gd name="connsiteX7" fmla="*/ 380245 w 674431"/>
              <a:gd name="connsiteY7" fmla="*/ 577174 h 587906"/>
              <a:gd name="connsiteX8" fmla="*/ 380245 w 674431"/>
              <a:gd name="connsiteY8" fmla="*/ 489011 h 587906"/>
              <a:gd name="connsiteX9" fmla="*/ 387484 w 674431"/>
              <a:gd name="connsiteY9" fmla="*/ 478865 h 587906"/>
              <a:gd name="connsiteX10" fmla="*/ 523100 w 674431"/>
              <a:gd name="connsiteY10" fmla="*/ 363541 h 587906"/>
              <a:gd name="connsiteX11" fmla="*/ 540423 w 674431"/>
              <a:gd name="connsiteY11" fmla="*/ 283112 h 587906"/>
              <a:gd name="connsiteX12" fmla="*/ 533308 w 674431"/>
              <a:gd name="connsiteY12" fmla="*/ 276306 h 587906"/>
              <a:gd name="connsiteX13" fmla="*/ 393361 w 674431"/>
              <a:gd name="connsiteY13" fmla="*/ 276306 h 587906"/>
              <a:gd name="connsiteX14" fmla="*/ 374986 w 674431"/>
              <a:gd name="connsiteY14" fmla="*/ 257931 h 587906"/>
              <a:gd name="connsiteX15" fmla="*/ 374986 w 674431"/>
              <a:gd name="connsiteY15" fmla="*/ 18251 h 587906"/>
              <a:gd name="connsiteX16" fmla="*/ 393237 w 674431"/>
              <a:gd name="connsiteY16" fmla="*/ 0 h 587906"/>
              <a:gd name="connsiteX17" fmla="*/ 58466 w 674431"/>
              <a:gd name="connsiteY17" fmla="*/ 0 h 587906"/>
              <a:gd name="connsiteX18" fmla="*/ 281070 w 674431"/>
              <a:gd name="connsiteY18" fmla="*/ 0 h 587906"/>
              <a:gd name="connsiteX19" fmla="*/ 299445 w 674431"/>
              <a:gd name="connsiteY19" fmla="*/ 18375 h 587906"/>
              <a:gd name="connsiteX20" fmla="*/ 299445 w 674431"/>
              <a:gd name="connsiteY20" fmla="*/ 221738 h 587906"/>
              <a:gd name="connsiteX21" fmla="*/ 222233 w 674431"/>
              <a:gd name="connsiteY21" fmla="*/ 471750 h 587906"/>
              <a:gd name="connsiteX22" fmla="*/ 18375 w 674431"/>
              <a:gd name="connsiteY22" fmla="*/ 587630 h 587906"/>
              <a:gd name="connsiteX23" fmla="*/ 5259 w 674431"/>
              <a:gd name="connsiteY23" fmla="*/ 577174 h 587906"/>
              <a:gd name="connsiteX24" fmla="*/ 5259 w 674431"/>
              <a:gd name="connsiteY24" fmla="*/ 489011 h 587906"/>
              <a:gd name="connsiteX25" fmla="*/ 12497 w 674431"/>
              <a:gd name="connsiteY25" fmla="*/ 478865 h 587906"/>
              <a:gd name="connsiteX26" fmla="*/ 148114 w 674431"/>
              <a:gd name="connsiteY26" fmla="*/ 363541 h 587906"/>
              <a:gd name="connsiteX27" fmla="*/ 165437 w 674431"/>
              <a:gd name="connsiteY27" fmla="*/ 283112 h 587906"/>
              <a:gd name="connsiteX28" fmla="*/ 158322 w 674431"/>
              <a:gd name="connsiteY28" fmla="*/ 276306 h 587906"/>
              <a:gd name="connsiteX29" fmla="*/ 18375 w 674431"/>
              <a:gd name="connsiteY29" fmla="*/ 276306 h 587906"/>
              <a:gd name="connsiteX30" fmla="*/ 0 w 674431"/>
              <a:gd name="connsiteY30" fmla="*/ 257931 h 587906"/>
              <a:gd name="connsiteX31" fmla="*/ 0 w 674431"/>
              <a:gd name="connsiteY31" fmla="*/ 58466 h 587906"/>
              <a:gd name="connsiteX32" fmla="*/ 58466 w 674431"/>
              <a:gd name="connsiteY32" fmla="*/ 0 h 587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674431" h="587906">
                <a:moveTo>
                  <a:pt x="393237" y="0"/>
                </a:moveTo>
                <a:lnTo>
                  <a:pt x="616089" y="0"/>
                </a:lnTo>
                <a:lnTo>
                  <a:pt x="616151" y="0"/>
                </a:lnTo>
                <a:cubicBezTo>
                  <a:pt x="648322" y="0"/>
                  <a:pt x="674431" y="26109"/>
                  <a:pt x="674431" y="58280"/>
                </a:cubicBezTo>
                <a:lnTo>
                  <a:pt x="674431" y="221738"/>
                </a:lnTo>
                <a:cubicBezTo>
                  <a:pt x="674431" y="328152"/>
                  <a:pt x="648694" y="411490"/>
                  <a:pt x="597219" y="471750"/>
                </a:cubicBezTo>
                <a:cubicBezTo>
                  <a:pt x="548157" y="529102"/>
                  <a:pt x="480225" y="567770"/>
                  <a:pt x="393361" y="587630"/>
                </a:cubicBezTo>
                <a:cubicBezTo>
                  <a:pt x="386679" y="589177"/>
                  <a:pt x="380245" y="584042"/>
                  <a:pt x="380245" y="577174"/>
                </a:cubicBezTo>
                <a:lnTo>
                  <a:pt x="380245" y="489011"/>
                </a:lnTo>
                <a:cubicBezTo>
                  <a:pt x="380245" y="484433"/>
                  <a:pt x="383153" y="480288"/>
                  <a:pt x="387484" y="478865"/>
                </a:cubicBezTo>
                <a:cubicBezTo>
                  <a:pt x="454240" y="456778"/>
                  <a:pt x="499466" y="418295"/>
                  <a:pt x="523100" y="363541"/>
                </a:cubicBezTo>
                <a:cubicBezTo>
                  <a:pt x="535969" y="335824"/>
                  <a:pt x="541784" y="309035"/>
                  <a:pt x="540423" y="283112"/>
                </a:cubicBezTo>
                <a:cubicBezTo>
                  <a:pt x="540238" y="279276"/>
                  <a:pt x="537082" y="276306"/>
                  <a:pt x="533308" y="276306"/>
                </a:cubicBezTo>
                <a:lnTo>
                  <a:pt x="393361" y="276306"/>
                </a:lnTo>
                <a:cubicBezTo>
                  <a:pt x="383215" y="276306"/>
                  <a:pt x="374986" y="268078"/>
                  <a:pt x="374986" y="257931"/>
                </a:cubicBezTo>
                <a:lnTo>
                  <a:pt x="374986" y="18251"/>
                </a:lnTo>
                <a:cubicBezTo>
                  <a:pt x="374986" y="8167"/>
                  <a:pt x="383153" y="0"/>
                  <a:pt x="393237" y="0"/>
                </a:cubicBezTo>
                <a:close/>
                <a:moveTo>
                  <a:pt x="58466" y="0"/>
                </a:moveTo>
                <a:lnTo>
                  <a:pt x="281070" y="0"/>
                </a:lnTo>
                <a:cubicBezTo>
                  <a:pt x="291216" y="0"/>
                  <a:pt x="299445" y="8229"/>
                  <a:pt x="299445" y="18375"/>
                </a:cubicBezTo>
                <a:lnTo>
                  <a:pt x="299445" y="221738"/>
                </a:lnTo>
                <a:cubicBezTo>
                  <a:pt x="299445" y="328152"/>
                  <a:pt x="273708" y="411490"/>
                  <a:pt x="222233" y="471750"/>
                </a:cubicBezTo>
                <a:cubicBezTo>
                  <a:pt x="173171" y="529102"/>
                  <a:pt x="105239" y="567770"/>
                  <a:pt x="18375" y="587630"/>
                </a:cubicBezTo>
                <a:cubicBezTo>
                  <a:pt x="11631" y="589177"/>
                  <a:pt x="5259" y="584042"/>
                  <a:pt x="5259" y="577174"/>
                </a:cubicBezTo>
                <a:lnTo>
                  <a:pt x="5259" y="489011"/>
                </a:lnTo>
                <a:cubicBezTo>
                  <a:pt x="5259" y="484433"/>
                  <a:pt x="8167" y="480288"/>
                  <a:pt x="12497" y="478865"/>
                </a:cubicBezTo>
                <a:cubicBezTo>
                  <a:pt x="79254" y="456778"/>
                  <a:pt x="124480" y="418295"/>
                  <a:pt x="148114" y="363541"/>
                </a:cubicBezTo>
                <a:cubicBezTo>
                  <a:pt x="160983" y="335824"/>
                  <a:pt x="166798" y="309035"/>
                  <a:pt x="165437" y="283112"/>
                </a:cubicBezTo>
                <a:cubicBezTo>
                  <a:pt x="165252" y="279276"/>
                  <a:pt x="162096" y="276306"/>
                  <a:pt x="158322" y="276306"/>
                </a:cubicBezTo>
                <a:lnTo>
                  <a:pt x="18375" y="276306"/>
                </a:lnTo>
                <a:cubicBezTo>
                  <a:pt x="8229" y="276306"/>
                  <a:pt x="0" y="268078"/>
                  <a:pt x="0" y="257931"/>
                </a:cubicBezTo>
                <a:lnTo>
                  <a:pt x="0" y="58466"/>
                </a:lnTo>
                <a:cubicBezTo>
                  <a:pt x="0" y="26171"/>
                  <a:pt x="26171" y="0"/>
                  <a:pt x="58466" y="0"/>
                </a:cubicBezTo>
                <a:close/>
              </a:path>
            </a:pathLst>
          </a:custGeom>
          <a:noFill/>
          <a:ln w="19050" cap="flat">
            <a:solidFill>
              <a:schemeClr val="accent3"/>
            </a:solidFill>
            <a:prstDash val="solid"/>
            <a:miter/>
          </a:ln>
        </p:spPr>
        <p:txBody>
          <a:bodyPr rtlCol="0" anchor="ctr"/>
          <a:lstStyle/>
          <a:p>
            <a:endParaRPr lang="en-US" b="0" i="0">
              <a:latin typeface="Segoe UI" panose="020B0502040204020203" pitchFamily="34" charset="0"/>
            </a:endParaRPr>
          </a:p>
        </p:txBody>
      </p:sp>
      <p:sp>
        <p:nvSpPr>
          <p:cNvPr id="11" name="Text Placeholder 4">
            <a:extLst>
              <a:ext uri="{FF2B5EF4-FFF2-40B4-BE49-F238E27FC236}">
                <a16:creationId xmlns:a16="http://schemas.microsoft.com/office/drawing/2014/main" id="{6B8F6EDE-3287-C98A-2287-E97E9546E9E1}"/>
              </a:ext>
            </a:extLst>
          </p:cNvPr>
          <p:cNvSpPr>
            <a:spLocks noGrp="1"/>
          </p:cNvSpPr>
          <p:nvPr>
            <p:ph type="body" sz="quarter" idx="12" hasCustomPrompt="1"/>
          </p:nvPr>
        </p:nvSpPr>
        <p:spPr>
          <a:xfrm>
            <a:off x="627162" y="5296372"/>
            <a:ext cx="2706480" cy="246221"/>
          </a:xfrm>
          <a:noFill/>
        </p:spPr>
        <p:txBody>
          <a:bodyPr wrap="square" lIns="0" tIns="0" rIns="0" bIns="0">
            <a:spAutoFit/>
          </a:bodyPr>
          <a:lstStyle>
            <a:lvl1pPr marL="0" indent="0">
              <a:spcBef>
                <a:spcPts val="0"/>
              </a:spcBef>
              <a:buNone/>
              <a:defRPr sz="1600" b="0" i="0" spc="0" baseline="0">
                <a:solidFill>
                  <a:schemeClr val="tx1"/>
                </a:solidFill>
                <a:latin typeface="+mn-lt"/>
                <a:cs typeface="Segoe UI" panose="020B0502040204020203" pitchFamily="34" charset="0"/>
              </a:defRPr>
            </a:lvl1pPr>
          </a:lstStyle>
          <a:p>
            <a:pPr lvl="0"/>
            <a:r>
              <a:rPr lang="en-US"/>
              <a:t>Quote author</a:t>
            </a:r>
          </a:p>
        </p:txBody>
      </p:sp>
      <p:sp>
        <p:nvSpPr>
          <p:cNvPr id="12" name="Text Placeholder 8">
            <a:extLst>
              <a:ext uri="{FF2B5EF4-FFF2-40B4-BE49-F238E27FC236}">
                <a16:creationId xmlns:a16="http://schemas.microsoft.com/office/drawing/2014/main" id="{0D2446EE-1B44-9522-17E3-B1D17638082A}"/>
              </a:ext>
            </a:extLst>
          </p:cNvPr>
          <p:cNvSpPr>
            <a:spLocks noGrp="1"/>
          </p:cNvSpPr>
          <p:nvPr>
            <p:ph type="body" sz="quarter" idx="18"/>
          </p:nvPr>
        </p:nvSpPr>
        <p:spPr>
          <a:xfrm>
            <a:off x="627162" y="2735352"/>
            <a:ext cx="4705350" cy="430887"/>
          </a:xfrm>
        </p:spPr>
        <p:txBody>
          <a:bodyPr/>
          <a:lstStyle>
            <a:lvl1pPr marL="0" indent="0">
              <a:buNone/>
              <a:defRPr/>
            </a:lvl1pPr>
            <a:lvl2pPr>
              <a:buNone/>
              <a:defRPr/>
            </a:lvl2pPr>
            <a:lvl3pPr>
              <a:buNone/>
              <a:defRPr/>
            </a:lvl3pPr>
            <a:lvl4pPr>
              <a:buNone/>
              <a:defRPr/>
            </a:lvl4pPr>
            <a:lvl5pPr>
              <a:buNone/>
              <a:defRPr/>
            </a:lvl5pPr>
          </a:lstStyle>
          <a:p>
            <a:pPr lvl="0"/>
            <a:r>
              <a:rPr lang="en-US"/>
              <a:t>Click to edit Master text styles</a:t>
            </a:r>
          </a:p>
        </p:txBody>
      </p:sp>
    </p:spTree>
    <p:extLst>
      <p:ext uri="{BB962C8B-B14F-4D97-AF65-F5344CB8AC3E}">
        <p14:creationId xmlns:p14="http://schemas.microsoft.com/office/powerpoint/2010/main" val="1740735056"/>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Screenshot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3E7235-22DD-1125-FF85-028A2E641445}"/>
              </a:ext>
            </a:extLst>
          </p:cNvPr>
          <p:cNvSpPr>
            <a:spLocks noGrp="1"/>
          </p:cNvSpPr>
          <p:nvPr>
            <p:ph type="title"/>
          </p:nvPr>
        </p:nvSpPr>
        <p:spPr>
          <a:xfrm>
            <a:off x="588263" y="457200"/>
            <a:ext cx="6359434" cy="553998"/>
          </a:xfrm>
        </p:spPr>
        <p:txBody>
          <a:bodyPr/>
          <a:lstStyle>
            <a:lvl1pPr>
              <a:defRPr>
                <a:solidFill>
                  <a:schemeClr val="bg1"/>
                </a:solidFill>
              </a:defRPr>
            </a:lvl1pPr>
          </a:lstStyle>
          <a:p>
            <a:r>
              <a:rPr lang="en-US"/>
              <a:t>Click to edit Master title style</a:t>
            </a:r>
          </a:p>
        </p:txBody>
      </p:sp>
      <p:sp>
        <p:nvSpPr>
          <p:cNvPr id="16" name="Picture Placeholder 15">
            <a:extLst>
              <a:ext uri="{FF2B5EF4-FFF2-40B4-BE49-F238E27FC236}">
                <a16:creationId xmlns:a16="http://schemas.microsoft.com/office/drawing/2014/main" id="{B5068233-F46E-B659-0799-22A45E3DA223}"/>
              </a:ext>
            </a:extLst>
          </p:cNvPr>
          <p:cNvSpPr>
            <a:spLocks noGrp="1"/>
          </p:cNvSpPr>
          <p:nvPr>
            <p:ph type="pic" sz="quarter" idx="10" hasCustomPrompt="1"/>
          </p:nvPr>
        </p:nvSpPr>
        <p:spPr>
          <a:xfrm>
            <a:off x="4704034" y="1435099"/>
            <a:ext cx="7075954" cy="3987505"/>
          </a:xfrm>
          <a:blipFill>
            <a:blip r:embed="rId3"/>
            <a:stretch>
              <a:fillRect/>
            </a:stretch>
          </a:blipFill>
          <a:effectLst>
            <a:outerShdw blurRad="241300" dist="304800" dir="2700000" sx="101000" sy="101000" algn="ctr" rotWithShape="0">
              <a:srgbClr val="000000">
                <a:alpha val="17000"/>
              </a:srgbClr>
            </a:outerShdw>
          </a:effectLst>
        </p:spPr>
        <p:txBody>
          <a:bodyPr lIns="731520" rIns="731520" bIns="1097280" anchor="ctr" anchorCtr="0">
            <a:normAutofit/>
          </a:bodyPr>
          <a:lstStyle>
            <a:lvl1pPr marL="0" indent="0" algn="ctr">
              <a:buFont typeface="Arial" panose="020B0604020202020204" pitchFamily="34" charset="0"/>
              <a:buNone/>
              <a:defRPr sz="1800" b="0">
                <a:solidFill>
                  <a:schemeClr val="bg1"/>
                </a:solidFill>
                <a:latin typeface="+mn-lt"/>
              </a:defRPr>
            </a:lvl1pPr>
          </a:lstStyle>
          <a:p>
            <a:r>
              <a:rPr lang="en-US"/>
              <a:t>Drag &amp; drop your photo here </a:t>
            </a:r>
            <a:br>
              <a:rPr lang="en-US"/>
            </a:br>
            <a:r>
              <a:rPr lang="en-US"/>
              <a:t>or click or tap icon below to insert</a:t>
            </a:r>
          </a:p>
        </p:txBody>
      </p:sp>
      <p:sp>
        <p:nvSpPr>
          <p:cNvPr id="17" name="Content Placeholder 4">
            <a:extLst>
              <a:ext uri="{FF2B5EF4-FFF2-40B4-BE49-F238E27FC236}">
                <a16:creationId xmlns:a16="http://schemas.microsoft.com/office/drawing/2014/main" id="{1020F17E-67BE-FC02-AF7B-709A3923C231}"/>
              </a:ext>
            </a:extLst>
          </p:cNvPr>
          <p:cNvSpPr>
            <a:spLocks noGrp="1"/>
          </p:cNvSpPr>
          <p:nvPr>
            <p:ph sz="quarter" idx="12"/>
          </p:nvPr>
        </p:nvSpPr>
        <p:spPr>
          <a:xfrm>
            <a:off x="584201" y="1435099"/>
            <a:ext cx="3828312" cy="2043636"/>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673978346"/>
      </p:ext>
    </p:extLst>
  </p:cSld>
  <p:clrMapOvr>
    <a:masterClrMapping/>
  </p:clrMapOvr>
  <p:transition>
    <p:fade/>
  </p:transition>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Screenshot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3E7235-22DD-1125-FF85-028A2E641445}"/>
              </a:ext>
            </a:extLst>
          </p:cNvPr>
          <p:cNvSpPr>
            <a:spLocks noGrp="1"/>
          </p:cNvSpPr>
          <p:nvPr>
            <p:ph type="title"/>
          </p:nvPr>
        </p:nvSpPr>
        <p:spPr>
          <a:xfrm>
            <a:off x="588263" y="2896801"/>
            <a:ext cx="3590037" cy="1661993"/>
          </a:xfrm>
        </p:spPr>
        <p:txBody>
          <a:bodyPr/>
          <a:lstStyle>
            <a:lvl1pPr algn="l">
              <a:defRPr>
                <a:solidFill>
                  <a:schemeClr val="tx1"/>
                </a:solidFill>
              </a:defRPr>
            </a:lvl1pPr>
          </a:lstStyle>
          <a:p>
            <a:r>
              <a:rPr lang="en-US"/>
              <a:t>Click to edit Master title style</a:t>
            </a:r>
          </a:p>
        </p:txBody>
      </p:sp>
      <p:sp>
        <p:nvSpPr>
          <p:cNvPr id="16" name="Picture Placeholder 15">
            <a:extLst>
              <a:ext uri="{FF2B5EF4-FFF2-40B4-BE49-F238E27FC236}">
                <a16:creationId xmlns:a16="http://schemas.microsoft.com/office/drawing/2014/main" id="{B5068233-F46E-B659-0799-22A45E3DA223}"/>
              </a:ext>
            </a:extLst>
          </p:cNvPr>
          <p:cNvSpPr>
            <a:spLocks noGrp="1"/>
          </p:cNvSpPr>
          <p:nvPr>
            <p:ph type="pic" sz="quarter" idx="10" hasCustomPrompt="1"/>
          </p:nvPr>
        </p:nvSpPr>
        <p:spPr>
          <a:xfrm>
            <a:off x="4933507" y="831427"/>
            <a:ext cx="5167423" cy="5165335"/>
          </a:xfrm>
          <a:blipFill>
            <a:blip r:embed="rId3"/>
            <a:stretch>
              <a:fillRect/>
            </a:stretch>
          </a:blipFill>
          <a:effectLst>
            <a:outerShdw blurRad="241300" dist="304800" dir="2700000" sx="101000" sy="101000" algn="ctr" rotWithShape="0">
              <a:srgbClr val="000000">
                <a:alpha val="17000"/>
              </a:srgbClr>
            </a:outerShdw>
          </a:effectLst>
        </p:spPr>
        <p:txBody>
          <a:bodyPr lIns="1097280" rIns="1097280" bIns="1097280" anchor="ctr" anchorCtr="0">
            <a:normAutofit/>
          </a:bodyPr>
          <a:lstStyle>
            <a:lvl1pPr marL="0" indent="0" algn="ctr">
              <a:buFont typeface="Arial" panose="020B0604020202020204" pitchFamily="34" charset="0"/>
              <a:buNone/>
              <a:defRPr sz="1400" b="0">
                <a:solidFill>
                  <a:schemeClr val="bg1"/>
                </a:solidFill>
              </a:defRPr>
            </a:lvl1pPr>
          </a:lstStyle>
          <a:p>
            <a:r>
              <a:rPr lang="en-US"/>
              <a:t>Drag &amp; drop your photo here </a:t>
            </a:r>
            <a:br>
              <a:rPr lang="en-US"/>
            </a:br>
            <a:r>
              <a:rPr lang="en-US"/>
              <a:t>or click or tap icon below to insert</a:t>
            </a:r>
          </a:p>
        </p:txBody>
      </p:sp>
    </p:spTree>
    <p:extLst>
      <p:ext uri="{BB962C8B-B14F-4D97-AF65-F5344CB8AC3E}">
        <p14:creationId xmlns:p14="http://schemas.microsoft.com/office/powerpoint/2010/main" val="831227176"/>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Photo Slide 1">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DB0FE6-6EE4-72F6-EE0C-E481F72F7DFB}"/>
              </a:ext>
            </a:extLst>
          </p:cNvPr>
          <p:cNvSpPr>
            <a:spLocks noGrp="1"/>
          </p:cNvSpPr>
          <p:nvPr>
            <p:ph type="title"/>
          </p:nvPr>
        </p:nvSpPr>
        <p:spPr>
          <a:xfrm>
            <a:off x="588263" y="457200"/>
            <a:ext cx="4910837" cy="1107996"/>
          </a:xfrm>
        </p:spPr>
        <p:txBody>
          <a:bodyPr/>
          <a:lstStyle>
            <a:lvl1pPr>
              <a:defRPr>
                <a:solidFill>
                  <a:schemeClr val="tx1"/>
                </a:solidFill>
              </a:defRPr>
            </a:lvl1pPr>
          </a:lstStyle>
          <a:p>
            <a:r>
              <a:rPr lang="en-US"/>
              <a:t>Click to edit Master title style</a:t>
            </a:r>
          </a:p>
        </p:txBody>
      </p:sp>
      <p:sp>
        <p:nvSpPr>
          <p:cNvPr id="5" name="Content Placeholder 4">
            <a:extLst>
              <a:ext uri="{FF2B5EF4-FFF2-40B4-BE49-F238E27FC236}">
                <a16:creationId xmlns:a16="http://schemas.microsoft.com/office/drawing/2014/main" id="{DBEC160D-0F95-E237-7287-43174DA4A3F3}"/>
              </a:ext>
            </a:extLst>
          </p:cNvPr>
          <p:cNvSpPr>
            <a:spLocks noGrp="1"/>
          </p:cNvSpPr>
          <p:nvPr>
            <p:ph sz="quarter" idx="12"/>
          </p:nvPr>
        </p:nvSpPr>
        <p:spPr>
          <a:xfrm>
            <a:off x="584201" y="1816100"/>
            <a:ext cx="4910838" cy="2043636"/>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Picture Placeholder 15">
            <a:extLst>
              <a:ext uri="{FF2B5EF4-FFF2-40B4-BE49-F238E27FC236}">
                <a16:creationId xmlns:a16="http://schemas.microsoft.com/office/drawing/2014/main" id="{90C592A4-DBC6-A7A9-63D9-5020A47499F3}"/>
              </a:ext>
            </a:extLst>
          </p:cNvPr>
          <p:cNvSpPr>
            <a:spLocks noGrp="1"/>
          </p:cNvSpPr>
          <p:nvPr>
            <p:ph type="pic" sz="quarter" idx="10" hasCustomPrompt="1"/>
          </p:nvPr>
        </p:nvSpPr>
        <p:spPr>
          <a:xfrm>
            <a:off x="6096000" y="0"/>
            <a:ext cx="6096000" cy="6858000"/>
          </a:xfrm>
          <a:blipFill>
            <a:blip r:embed="rId2"/>
            <a:stretch>
              <a:fillRect/>
            </a:stretch>
          </a:blipFill>
          <a:effectLst/>
        </p:spPr>
        <p:txBody>
          <a:bodyPr lIns="1097280" rIns="1097280" bIns="1097280" anchor="ctr" anchorCtr="0">
            <a:normAutofit/>
          </a:bodyPr>
          <a:lstStyle>
            <a:lvl1pPr marL="0" indent="0" algn="ctr">
              <a:buFont typeface="Arial" panose="020B0604020202020204" pitchFamily="34" charset="0"/>
              <a:buNone/>
              <a:defRPr sz="2000" b="0">
                <a:solidFill>
                  <a:schemeClr val="tx1"/>
                </a:solidFill>
              </a:defRPr>
            </a:lvl1pPr>
          </a:lstStyle>
          <a:p>
            <a:r>
              <a:rPr lang="en-US"/>
              <a:t>Drag &amp; drop your photo here </a:t>
            </a:r>
            <a:br>
              <a:rPr lang="en-US"/>
            </a:br>
            <a:r>
              <a:rPr lang="en-US"/>
              <a:t>or click or tap icon below to insert</a:t>
            </a:r>
          </a:p>
        </p:txBody>
      </p:sp>
    </p:spTree>
    <p:extLst>
      <p:ext uri="{BB962C8B-B14F-4D97-AF65-F5344CB8AC3E}">
        <p14:creationId xmlns:p14="http://schemas.microsoft.com/office/powerpoint/2010/main" val="2002029427"/>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Photo Slid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DB0FE6-6EE4-72F6-EE0C-E481F72F7DFB}"/>
              </a:ext>
            </a:extLst>
          </p:cNvPr>
          <p:cNvSpPr>
            <a:spLocks noGrp="1"/>
          </p:cNvSpPr>
          <p:nvPr>
            <p:ph type="title"/>
          </p:nvPr>
        </p:nvSpPr>
        <p:spPr>
          <a:xfrm>
            <a:off x="588263" y="457200"/>
            <a:ext cx="4910837" cy="1107996"/>
          </a:xfrm>
        </p:spPr>
        <p:txBody>
          <a:bodyPr/>
          <a:lstStyle>
            <a:lvl1pPr>
              <a:defRPr>
                <a:solidFill>
                  <a:srgbClr val="0000B3"/>
                </a:solidFill>
              </a:defRPr>
            </a:lvl1pPr>
          </a:lstStyle>
          <a:p>
            <a:r>
              <a:rPr lang="en-US"/>
              <a:t>Click to edit Master title style</a:t>
            </a:r>
          </a:p>
        </p:txBody>
      </p:sp>
      <p:sp>
        <p:nvSpPr>
          <p:cNvPr id="5" name="Content Placeholder 4">
            <a:extLst>
              <a:ext uri="{FF2B5EF4-FFF2-40B4-BE49-F238E27FC236}">
                <a16:creationId xmlns:a16="http://schemas.microsoft.com/office/drawing/2014/main" id="{DBEC160D-0F95-E237-7287-43174DA4A3F3}"/>
              </a:ext>
            </a:extLst>
          </p:cNvPr>
          <p:cNvSpPr>
            <a:spLocks noGrp="1"/>
          </p:cNvSpPr>
          <p:nvPr>
            <p:ph sz="quarter" idx="12"/>
          </p:nvPr>
        </p:nvSpPr>
        <p:spPr>
          <a:xfrm>
            <a:off x="584201" y="1816100"/>
            <a:ext cx="4910838" cy="2043636"/>
          </a:xfrm>
        </p:spPr>
        <p:txBody>
          <a:bodyPr/>
          <a:lstStyle>
            <a:lvl1pPr>
              <a:defRPr>
                <a:solidFill>
                  <a:srgbClr val="0000B3"/>
                </a:solidFill>
              </a:defRPr>
            </a:lvl1pPr>
            <a:lvl2pPr>
              <a:defRPr>
                <a:solidFill>
                  <a:srgbClr val="0000B3"/>
                </a:solidFill>
              </a:defRPr>
            </a:lvl2pPr>
            <a:lvl3pPr>
              <a:defRPr>
                <a:solidFill>
                  <a:srgbClr val="0000B3"/>
                </a:solidFill>
              </a:defRPr>
            </a:lvl3pPr>
            <a:lvl4pPr>
              <a:defRPr>
                <a:solidFill>
                  <a:srgbClr val="0000B3"/>
                </a:solidFill>
              </a:defRPr>
            </a:lvl4pPr>
            <a:lvl5pPr>
              <a:defRPr>
                <a:solidFill>
                  <a:srgbClr val="0000B3"/>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icture Placeholder 15">
            <a:extLst>
              <a:ext uri="{FF2B5EF4-FFF2-40B4-BE49-F238E27FC236}">
                <a16:creationId xmlns:a16="http://schemas.microsoft.com/office/drawing/2014/main" id="{830D09FD-2495-FD73-64EA-14E484039EF8}"/>
              </a:ext>
            </a:extLst>
          </p:cNvPr>
          <p:cNvSpPr>
            <a:spLocks noGrp="1"/>
          </p:cNvSpPr>
          <p:nvPr>
            <p:ph type="pic" sz="quarter" idx="10" hasCustomPrompt="1"/>
          </p:nvPr>
        </p:nvSpPr>
        <p:spPr>
          <a:xfrm>
            <a:off x="6096000" y="0"/>
            <a:ext cx="6096000" cy="6858000"/>
          </a:xfrm>
          <a:blipFill>
            <a:blip r:embed="rId2"/>
            <a:stretch>
              <a:fillRect/>
            </a:stretch>
          </a:blipFill>
          <a:effectLst/>
        </p:spPr>
        <p:txBody>
          <a:bodyPr lIns="1097280" rIns="1097280" bIns="1097280" anchor="ctr" anchorCtr="0">
            <a:normAutofit/>
          </a:bodyPr>
          <a:lstStyle>
            <a:lvl1pPr marL="0" indent="0" algn="ctr">
              <a:buFont typeface="Arial" panose="020B0604020202020204" pitchFamily="34" charset="0"/>
              <a:buNone/>
              <a:defRPr sz="2000" b="0">
                <a:solidFill>
                  <a:schemeClr val="bg1"/>
                </a:solidFill>
              </a:defRPr>
            </a:lvl1pPr>
          </a:lstStyle>
          <a:p>
            <a:r>
              <a:rPr lang="en-US"/>
              <a:t>Drag &amp; drop your photo here</a:t>
            </a:r>
            <a:br>
              <a:rPr lang="en-US"/>
            </a:br>
            <a:r>
              <a:rPr lang="en-US"/>
              <a:t>or click or tap icon below to insert</a:t>
            </a:r>
          </a:p>
        </p:txBody>
      </p:sp>
    </p:spTree>
    <p:extLst>
      <p:ext uri="{BB962C8B-B14F-4D97-AF65-F5344CB8AC3E}">
        <p14:creationId xmlns:p14="http://schemas.microsoft.com/office/powerpoint/2010/main" val="127590121"/>
      </p:ext>
    </p:extLst>
  </p:cSld>
  <p:clrMapOvr>
    <a:masterClrMapping/>
  </p:clrMapOvr>
  <p:transition>
    <p:fade/>
  </p:transition>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Thank You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655B182-C5FF-81E8-8156-470DF32495DC}"/>
              </a:ext>
            </a:extLst>
          </p:cNvPr>
          <p:cNvSpPr>
            <a:spLocks noGrp="1"/>
          </p:cNvSpPr>
          <p:nvPr>
            <p:ph type="title" hasCustomPrompt="1"/>
          </p:nvPr>
        </p:nvSpPr>
        <p:spPr>
          <a:xfrm>
            <a:off x="584200" y="2230849"/>
            <a:ext cx="4663440" cy="923330"/>
          </a:xfrm>
          <a:noFill/>
        </p:spPr>
        <p:txBody>
          <a:bodyPr wrap="square" lIns="0" tIns="0" rIns="0" bIns="0" anchor="b" anchorCtr="0">
            <a:spAutoFit/>
          </a:bodyPr>
          <a:lstStyle>
            <a:lvl1pPr>
              <a:defRPr sz="6000" b="0" i="0" spc="-150" baseline="0">
                <a:solidFill>
                  <a:schemeClr val="tx1"/>
                </a:solidFill>
                <a:latin typeface="+mj-lt"/>
                <a:cs typeface="Segoe UI" panose="020B0502040204020203" pitchFamily="34" charset="0"/>
              </a:defRPr>
            </a:lvl1pPr>
          </a:lstStyle>
          <a:p>
            <a:r>
              <a:rPr lang="en-US"/>
              <a:t>Thank you</a:t>
            </a:r>
          </a:p>
        </p:txBody>
      </p:sp>
      <p:sp>
        <p:nvSpPr>
          <p:cNvPr id="4" name="Text Placeholder 4">
            <a:extLst>
              <a:ext uri="{FF2B5EF4-FFF2-40B4-BE49-F238E27FC236}">
                <a16:creationId xmlns:a16="http://schemas.microsoft.com/office/drawing/2014/main" id="{BC71D650-3B87-D82E-F786-ADD5DDCE4C70}"/>
              </a:ext>
            </a:extLst>
          </p:cNvPr>
          <p:cNvSpPr>
            <a:spLocks noGrp="1"/>
          </p:cNvSpPr>
          <p:nvPr>
            <p:ph type="body" sz="quarter" idx="12" hasCustomPrompt="1"/>
          </p:nvPr>
        </p:nvSpPr>
        <p:spPr>
          <a:xfrm>
            <a:off x="584199" y="4634804"/>
            <a:ext cx="3898901" cy="246221"/>
          </a:xfrm>
          <a:noFill/>
        </p:spPr>
        <p:txBody>
          <a:bodyPr wrap="square" lIns="0" tIns="0" rIns="0" bIns="0" anchor="b" anchorCtr="0">
            <a:spAutoFit/>
          </a:bodyPr>
          <a:lstStyle>
            <a:lvl1pPr marL="0" indent="0">
              <a:spcBef>
                <a:spcPts val="0"/>
              </a:spcBef>
              <a:buNone/>
              <a:defRPr sz="1600" b="0" i="0" spc="0" baseline="0">
                <a:solidFill>
                  <a:schemeClr val="tx1"/>
                </a:solidFill>
                <a:latin typeface="+mn-lt"/>
                <a:cs typeface="Segoe UI" panose="020B0502040204020203" pitchFamily="34" charset="0"/>
              </a:defRPr>
            </a:lvl1pPr>
          </a:lstStyle>
          <a:p>
            <a:pPr lvl="0"/>
            <a:r>
              <a:rPr lang="en-US"/>
              <a:t>Speaker name</a:t>
            </a:r>
          </a:p>
        </p:txBody>
      </p:sp>
      <p:sp>
        <p:nvSpPr>
          <p:cNvPr id="5" name="Text Placeholder 4">
            <a:extLst>
              <a:ext uri="{FF2B5EF4-FFF2-40B4-BE49-F238E27FC236}">
                <a16:creationId xmlns:a16="http://schemas.microsoft.com/office/drawing/2014/main" id="{735A3663-712F-A49D-172F-24B861511350}"/>
              </a:ext>
            </a:extLst>
          </p:cNvPr>
          <p:cNvSpPr>
            <a:spLocks noGrp="1"/>
          </p:cNvSpPr>
          <p:nvPr>
            <p:ph type="body" sz="quarter" idx="13" hasCustomPrompt="1"/>
          </p:nvPr>
        </p:nvSpPr>
        <p:spPr>
          <a:xfrm>
            <a:off x="584199" y="4893480"/>
            <a:ext cx="3898901" cy="184666"/>
          </a:xfrm>
          <a:noFill/>
        </p:spPr>
        <p:txBody>
          <a:bodyPr wrap="square" lIns="0" tIns="0" rIns="0" bIns="0">
            <a:spAutoFit/>
          </a:bodyPr>
          <a:lstStyle>
            <a:lvl1pPr marL="0" indent="0">
              <a:spcBef>
                <a:spcPts val="0"/>
              </a:spcBef>
              <a:buNone/>
              <a:defRPr sz="1200" b="0" i="0" spc="0" baseline="0">
                <a:solidFill>
                  <a:schemeClr val="tx1"/>
                </a:solidFill>
                <a:latin typeface="+mn-lt"/>
                <a:cs typeface="Segoe UI" panose="020B0502040204020203" pitchFamily="34" charset="0"/>
              </a:defRPr>
            </a:lvl1pPr>
          </a:lstStyle>
          <a:p>
            <a:pPr lvl="0"/>
            <a:r>
              <a:rPr lang="en-US"/>
              <a:t>Contact information</a:t>
            </a:r>
          </a:p>
        </p:txBody>
      </p:sp>
      <p:pic>
        <p:nvPicPr>
          <p:cNvPr id="2" name="Picture 1" descr="Microsoft Azure logo">
            <a:extLst>
              <a:ext uri="{FF2B5EF4-FFF2-40B4-BE49-F238E27FC236}">
                <a16:creationId xmlns:a16="http://schemas.microsoft.com/office/drawing/2014/main" id="{D42E5B19-2052-7046-4D8E-C679D9A69F96}"/>
              </a:ext>
            </a:extLst>
          </p:cNvPr>
          <p:cNvPicPr>
            <a:picLocks noChangeAspect="1"/>
          </p:cNvPicPr>
          <p:nvPr userDrawn="1"/>
        </p:nvPicPr>
        <p:blipFill>
          <a:blip r:embed="rId3"/>
          <a:srcRect/>
          <a:stretch/>
        </p:blipFill>
        <p:spPr>
          <a:xfrm>
            <a:off x="294224" y="296181"/>
            <a:ext cx="2623903" cy="867877"/>
          </a:xfrm>
          <a:prstGeom prst="rect">
            <a:avLst/>
          </a:prstGeom>
        </p:spPr>
      </p:pic>
    </p:spTree>
    <p:extLst>
      <p:ext uri="{BB962C8B-B14F-4D97-AF65-F5344CB8AC3E}">
        <p14:creationId xmlns:p14="http://schemas.microsoft.com/office/powerpoint/2010/main" val="2214744208"/>
      </p:ext>
    </p:extLst>
  </p:cSld>
  <p:clrMapOvr>
    <a:masterClrMapping/>
  </p:clrMapOvr>
  <p:transition>
    <p:fade/>
  </p:transition>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Thank You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655B182-C5FF-81E8-8156-470DF32495DC}"/>
              </a:ext>
            </a:extLst>
          </p:cNvPr>
          <p:cNvSpPr>
            <a:spLocks noGrp="1"/>
          </p:cNvSpPr>
          <p:nvPr>
            <p:ph type="title" hasCustomPrompt="1"/>
          </p:nvPr>
        </p:nvSpPr>
        <p:spPr>
          <a:xfrm>
            <a:off x="584200" y="2230838"/>
            <a:ext cx="4663440" cy="923330"/>
          </a:xfrm>
          <a:noFill/>
        </p:spPr>
        <p:txBody>
          <a:bodyPr wrap="square" lIns="0" tIns="0" rIns="0" bIns="0" anchor="b" anchorCtr="0">
            <a:spAutoFit/>
          </a:bodyPr>
          <a:lstStyle>
            <a:lvl1pPr>
              <a:defRPr lang="en-US" sz="6000" b="0" i="0" kern="1200" cap="none" spc="-150" baseline="0" dirty="0">
                <a:ln w="3175">
                  <a:noFill/>
                </a:ln>
                <a:solidFill>
                  <a:schemeClr val="bg1"/>
                </a:solidFill>
                <a:effectLst/>
                <a:latin typeface="+mj-lt"/>
                <a:ea typeface="+mn-ea"/>
                <a:cs typeface="Segoe UI" panose="020B0502040204020203" pitchFamily="34" charset="0"/>
              </a:defRPr>
            </a:lvl1pPr>
          </a:lstStyle>
          <a:p>
            <a:r>
              <a:rPr lang="en-US"/>
              <a:t>Thank you</a:t>
            </a:r>
          </a:p>
        </p:txBody>
      </p:sp>
      <p:sp>
        <p:nvSpPr>
          <p:cNvPr id="4" name="Text Placeholder 4">
            <a:extLst>
              <a:ext uri="{FF2B5EF4-FFF2-40B4-BE49-F238E27FC236}">
                <a16:creationId xmlns:a16="http://schemas.microsoft.com/office/drawing/2014/main" id="{BC71D650-3B87-D82E-F786-ADD5DDCE4C70}"/>
              </a:ext>
            </a:extLst>
          </p:cNvPr>
          <p:cNvSpPr>
            <a:spLocks noGrp="1"/>
          </p:cNvSpPr>
          <p:nvPr>
            <p:ph type="body" sz="quarter" idx="12" hasCustomPrompt="1"/>
          </p:nvPr>
        </p:nvSpPr>
        <p:spPr>
          <a:xfrm>
            <a:off x="584199" y="4634804"/>
            <a:ext cx="3898901" cy="246221"/>
          </a:xfrm>
          <a:noFill/>
        </p:spPr>
        <p:txBody>
          <a:bodyPr wrap="square" lIns="0" tIns="0" rIns="0" bIns="0" anchor="b" anchorCtr="0">
            <a:spAutoFit/>
          </a:bodyPr>
          <a:lstStyle>
            <a:lvl1pPr marL="0" indent="0">
              <a:spcBef>
                <a:spcPts val="0"/>
              </a:spcBef>
              <a:buNone/>
              <a:defRPr sz="1600" b="0" i="0" spc="0" baseline="0">
                <a:solidFill>
                  <a:schemeClr val="bg1"/>
                </a:solidFill>
                <a:latin typeface="+mn-lt"/>
                <a:cs typeface="Segoe UI" panose="020B0502040204020203" pitchFamily="34" charset="0"/>
              </a:defRPr>
            </a:lvl1pPr>
          </a:lstStyle>
          <a:p>
            <a:pPr lvl="0"/>
            <a:r>
              <a:rPr lang="en-US"/>
              <a:t>Speaker name</a:t>
            </a:r>
          </a:p>
        </p:txBody>
      </p:sp>
      <p:sp>
        <p:nvSpPr>
          <p:cNvPr id="5" name="Text Placeholder 4">
            <a:extLst>
              <a:ext uri="{FF2B5EF4-FFF2-40B4-BE49-F238E27FC236}">
                <a16:creationId xmlns:a16="http://schemas.microsoft.com/office/drawing/2014/main" id="{735A3663-712F-A49D-172F-24B861511350}"/>
              </a:ext>
            </a:extLst>
          </p:cNvPr>
          <p:cNvSpPr>
            <a:spLocks noGrp="1"/>
          </p:cNvSpPr>
          <p:nvPr>
            <p:ph type="body" sz="quarter" idx="13" hasCustomPrompt="1"/>
          </p:nvPr>
        </p:nvSpPr>
        <p:spPr>
          <a:xfrm>
            <a:off x="584199" y="4893480"/>
            <a:ext cx="3898901" cy="184666"/>
          </a:xfrm>
          <a:noFill/>
        </p:spPr>
        <p:txBody>
          <a:bodyPr wrap="square" lIns="0" tIns="0" rIns="0" bIns="0">
            <a:spAutoFit/>
          </a:bodyPr>
          <a:lstStyle>
            <a:lvl1pPr marL="0" indent="0">
              <a:spcBef>
                <a:spcPts val="0"/>
              </a:spcBef>
              <a:buNone/>
              <a:defRPr sz="1200" b="0" i="0" spc="0" baseline="0">
                <a:solidFill>
                  <a:schemeClr val="bg1"/>
                </a:solidFill>
                <a:latin typeface="+mn-lt"/>
                <a:cs typeface="Segoe UI" panose="020B0502040204020203" pitchFamily="34" charset="0"/>
              </a:defRPr>
            </a:lvl1pPr>
          </a:lstStyle>
          <a:p>
            <a:pPr lvl="0"/>
            <a:r>
              <a:rPr lang="en-US"/>
              <a:t>Contact information</a:t>
            </a:r>
          </a:p>
        </p:txBody>
      </p:sp>
      <p:pic>
        <p:nvPicPr>
          <p:cNvPr id="2" name="Picture 1" descr="Microsoft Azure logo">
            <a:extLst>
              <a:ext uri="{FF2B5EF4-FFF2-40B4-BE49-F238E27FC236}">
                <a16:creationId xmlns:a16="http://schemas.microsoft.com/office/drawing/2014/main" id="{247BD802-3C21-6E62-9CF4-4BE1913FDD1A}"/>
              </a:ext>
            </a:extLst>
          </p:cNvPr>
          <p:cNvPicPr>
            <a:picLocks noChangeAspect="1"/>
          </p:cNvPicPr>
          <p:nvPr userDrawn="1"/>
        </p:nvPicPr>
        <p:blipFill>
          <a:blip r:embed="rId3"/>
          <a:srcRect/>
          <a:stretch/>
        </p:blipFill>
        <p:spPr>
          <a:xfrm>
            <a:off x="294223" y="296181"/>
            <a:ext cx="2623905" cy="867877"/>
          </a:xfrm>
          <a:prstGeom prst="rect">
            <a:avLst/>
          </a:prstGeom>
        </p:spPr>
      </p:pic>
    </p:spTree>
    <p:extLst>
      <p:ext uri="{BB962C8B-B14F-4D97-AF65-F5344CB8AC3E}">
        <p14:creationId xmlns:p14="http://schemas.microsoft.com/office/powerpoint/2010/main" val="1813905559"/>
      </p:ext>
    </p:extLst>
  </p:cSld>
  <p:clrMapOvr>
    <a:masterClrMapping/>
  </p:clrMapOvr>
  <p:transition>
    <p:fade/>
  </p:transition>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p:cSld name=" Blank 1">
    <p:spTree>
      <p:nvGrpSpPr>
        <p:cNvPr id="1" name=""/>
        <p:cNvGrpSpPr/>
        <p:nvPr/>
      </p:nvGrpSpPr>
      <p:grpSpPr>
        <a:xfrm>
          <a:off x="0" y="0"/>
          <a:ext cx="0" cy="0"/>
          <a:chOff x="0" y="0"/>
          <a:chExt cx="0" cy="0"/>
        </a:xfrm>
      </p:grpSpPr>
    </p:spTree>
    <p:extLst>
      <p:ext uri="{BB962C8B-B14F-4D97-AF65-F5344CB8AC3E}">
        <p14:creationId xmlns:p14="http://schemas.microsoft.com/office/powerpoint/2010/main" val="86853595"/>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p:cSld name="Blank 2">
    <p:bg>
      <p:bgRef idx="1001">
        <a:schemeClr val="bg2"/>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45260213"/>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p:cSld name="Closing Logo">
    <p:bg>
      <p:bgRef idx="1001">
        <a:schemeClr val="bg2"/>
      </p:bgRef>
    </p:bg>
    <p:spTree>
      <p:nvGrpSpPr>
        <p:cNvPr id="1" name=""/>
        <p:cNvGrpSpPr/>
        <p:nvPr/>
      </p:nvGrpSpPr>
      <p:grpSpPr>
        <a:xfrm>
          <a:off x="0" y="0"/>
          <a:ext cx="0" cy="0"/>
          <a:chOff x="0" y="0"/>
          <a:chExt cx="0" cy="0"/>
        </a:xfrm>
      </p:grpSpPr>
      <p:sp>
        <p:nvSpPr>
          <p:cNvPr id="2" name="Text Box 3" descr="This is a copyright notice that should be included on the final slide."/>
          <p:cNvSpPr txBox="1">
            <a:spLocks noChangeArrowheads="1"/>
          </p:cNvSpPr>
          <p:nvPr/>
        </p:nvSpPr>
        <p:spPr bwMode="blackWhite">
          <a:xfrm>
            <a:off x="584200" y="6161316"/>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700" b="0" i="0">
                <a:solidFill>
                  <a:schemeClr val="tx1"/>
                </a:solidFill>
                <a:latin typeface="+mn-lt"/>
                <a:cs typeface="Segoe Sans Small" pitchFamily="2" charset="0"/>
              </a:rPr>
              <a:t>© Copyright Microsoft Corporation. All rights reserved. </a:t>
            </a:r>
          </a:p>
        </p:txBody>
      </p:sp>
      <p:pic>
        <p:nvPicPr>
          <p:cNvPr id="3" name="Picture 2" descr="Microsoft Azure logo">
            <a:extLst>
              <a:ext uri="{FF2B5EF4-FFF2-40B4-BE49-F238E27FC236}">
                <a16:creationId xmlns:a16="http://schemas.microsoft.com/office/drawing/2014/main" id="{AB70AEE7-2748-CC99-65A6-ABB4DD421886}"/>
              </a:ext>
            </a:extLst>
          </p:cNvPr>
          <p:cNvPicPr>
            <a:picLocks noChangeAspect="1"/>
          </p:cNvPicPr>
          <p:nvPr userDrawn="1"/>
        </p:nvPicPr>
        <p:blipFill>
          <a:blip r:embed="rId2"/>
          <a:srcRect/>
          <a:stretch/>
        </p:blipFill>
        <p:spPr>
          <a:xfrm>
            <a:off x="294223" y="296181"/>
            <a:ext cx="2623905" cy="867877"/>
          </a:xfrm>
          <a:prstGeom prst="rect">
            <a:avLst/>
          </a:prstGeom>
        </p:spPr>
      </p:pic>
    </p:spTree>
    <p:extLst>
      <p:ext uri="{BB962C8B-B14F-4D97-AF65-F5344CB8AC3E}">
        <p14:creationId xmlns:p14="http://schemas.microsoft.com/office/powerpoint/2010/main" val="3594519733"/>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p:cSld name="Black Notes">
    <p:bg bwMode="gray">
      <p:bgPr>
        <a:solidFill>
          <a:schemeClr val="bg1"/>
        </a:solidFill>
        <a:effectLst/>
      </p:bgPr>
    </p:bg>
    <p:spTree>
      <p:nvGrpSpPr>
        <p:cNvPr id="1" name=""/>
        <p:cNvGrpSpPr/>
        <p:nvPr/>
      </p:nvGrpSpPr>
      <p:grpSpPr>
        <a:xfrm>
          <a:off x="0" y="0"/>
          <a:ext cx="0" cy="0"/>
          <a:chOff x="0" y="0"/>
          <a:chExt cx="0" cy="0"/>
        </a:xfrm>
      </p:grpSpPr>
      <p:sp>
        <p:nvSpPr>
          <p:cNvPr id="3" name="Title 2"/>
          <p:cNvSpPr>
            <a:spLocks noGrp="1"/>
          </p:cNvSpPr>
          <p:nvPr>
            <p:ph type="title"/>
          </p:nvPr>
        </p:nvSpPr>
        <p:spPr bwMode="white"/>
        <p:txBody>
          <a:bodyPr/>
          <a:lstStyle>
            <a:lvl1pPr>
              <a:defRPr b="0" i="0">
                <a:solidFill>
                  <a:schemeClr val="tx1"/>
                </a:solidFill>
                <a:latin typeface="+mj-lt"/>
                <a:ea typeface="Segoe UI" panose="020B0502040204020203" pitchFamily="34" charset="0"/>
                <a:cs typeface="Segoe UI" panose="020B0502040204020203" pitchFamily="34" charset="0"/>
              </a:defRPr>
            </a:lvl1pPr>
          </a:lstStyle>
          <a:p>
            <a:r>
              <a:rPr lang="en-US"/>
              <a:t>Click to edit Master title style</a:t>
            </a:r>
          </a:p>
        </p:txBody>
      </p:sp>
      <p:sp>
        <p:nvSpPr>
          <p:cNvPr id="5" name="Text Placeholder 4">
            <a:extLst>
              <a:ext uri="{FF2B5EF4-FFF2-40B4-BE49-F238E27FC236}">
                <a16:creationId xmlns:a16="http://schemas.microsoft.com/office/drawing/2014/main" id="{F4B6606D-2DF9-48CD-BBE9-B751BF55CD2B}"/>
              </a:ext>
            </a:extLst>
          </p:cNvPr>
          <p:cNvSpPr>
            <a:spLocks noGrp="1"/>
          </p:cNvSpPr>
          <p:nvPr>
            <p:ph type="body" sz="quarter" idx="12"/>
          </p:nvPr>
        </p:nvSpPr>
        <p:spPr bwMode="white">
          <a:xfrm>
            <a:off x="584200" y="1436688"/>
            <a:ext cx="11018838" cy="2215991"/>
          </a:xfrm>
        </p:spPr>
        <p:txBody>
          <a:bodyPr>
            <a:spAutoFit/>
          </a:bodyPr>
          <a:lstStyle>
            <a:lvl1pPr>
              <a:defRPr sz="3600" b="0" i="0">
                <a:latin typeface="+mn-lt"/>
              </a:defRPr>
            </a:lvl1pPr>
            <a:lvl2pPr>
              <a:defRPr sz="2800" b="0" i="0">
                <a:latin typeface="+mn-lt"/>
              </a:defRPr>
            </a:lvl2pPr>
            <a:lvl3pPr>
              <a:defRPr sz="2400" b="0" i="0">
                <a:latin typeface="+mn-lt"/>
              </a:defRPr>
            </a:lvl3pPr>
            <a:lvl4pPr>
              <a:defRPr sz="2000" b="0" i="0">
                <a:latin typeface="+mn-lt"/>
              </a:defRPr>
            </a:lvl4pPr>
            <a:lvl5pPr>
              <a:defRPr sz="1800" b="0" i="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Next slide"/>
          <p:cNvSpPr>
            <a:spLocks noGrp="1"/>
          </p:cNvSpPr>
          <p:nvPr>
            <p:ph type="body" sz="quarter" idx="11" hasCustomPrompt="1"/>
          </p:nvPr>
        </p:nvSpPr>
        <p:spPr>
          <a:xfrm>
            <a:off x="1" y="6269038"/>
            <a:ext cx="12192001" cy="588963"/>
          </a:xfrm>
          <a:prstGeom prst="rect">
            <a:avLst/>
          </a:prstGeom>
          <a:solidFill>
            <a:srgbClr val="FFFF99"/>
          </a:solidFill>
        </p:spPr>
        <p:txBody>
          <a:bodyPr wrap="square" lIns="155457" tIns="77729" rIns="155457" bIns="45720" anchor="b" anchorCtr="0">
            <a:noAutofit/>
          </a:bodyPr>
          <a:lstStyle>
            <a:lvl1pPr algn="r">
              <a:buFont typeface="Arial" pitchFamily="34" charset="0"/>
              <a:buNone/>
              <a:defRPr sz="3700" spc="-51" baseline="0">
                <a:solidFill>
                  <a:srgbClr val="000000"/>
                </a:solidFill>
                <a:effectLst/>
                <a:latin typeface="+mj-lt"/>
                <a:ea typeface="Segoe UI" panose="020B0502040204020203" pitchFamily="34" charset="0"/>
                <a:cs typeface="Segoe UI" panose="020B0502040204020203" pitchFamily="34" charset="0"/>
              </a:defRPr>
            </a:lvl1pPr>
          </a:lstStyle>
          <a:p>
            <a:pPr lvl="0"/>
            <a:r>
              <a:rPr lang="en-US"/>
              <a:t>Next:</a:t>
            </a:r>
          </a:p>
        </p:txBody>
      </p:sp>
    </p:spTree>
    <p:extLst>
      <p:ext uri="{BB962C8B-B14F-4D97-AF65-F5344CB8AC3E}">
        <p14:creationId xmlns:p14="http://schemas.microsoft.com/office/powerpoint/2010/main" val="4065474139"/>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904">
          <p15:clr>
            <a:srgbClr val="5ACBF0"/>
          </p15:clr>
        </p15:guide>
        <p15:guide id="2" orient="horz" pos="288">
          <p15:clr>
            <a:srgbClr val="5ACBF0"/>
          </p15:clr>
        </p15:guide>
      </p15:sldGuideLst>
    </p:ext>
  </p:extLst>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slideLayout" Target="../slideLayouts/slideLayout66.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theme" Target="../theme/theme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slideLayout" Target="../slideLayouts/slideLayout70.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73" Type="http://schemas.openxmlformats.org/officeDocument/2006/relationships/image" Target="../media/image1.svg"/><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71" Type="http://schemas.openxmlformats.org/officeDocument/2006/relationships/slideLayout" Target="../slideLayouts/slideLayout7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blackWhite">
      <p:bgPr>
        <a:solidFill>
          <a:srgbClr val="FFFFF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b="0" i="0">
              <a:gradFill>
                <a:gsLst>
                  <a:gs pos="0">
                    <a:srgbClr val="FFFFFF"/>
                  </a:gs>
                  <a:gs pos="100000">
                    <a:srgbClr val="FFFFFF"/>
                  </a:gs>
                </a:gsLst>
                <a:lin ang="5400000" scaled="0"/>
              </a:gradFill>
              <a:latin typeface="Segoe UI" panose="020B0502040204020203" pitchFamily="34" charset="0"/>
              <a:ea typeface="Segoe UI" pitchFamily="34" charset="0"/>
              <a:cs typeface="Segoe UI" panose="020B0502040204020203"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b="0" i="0">
              <a:gradFill>
                <a:gsLst>
                  <a:gs pos="0">
                    <a:srgbClr val="FFFFFF"/>
                  </a:gs>
                  <a:gs pos="100000">
                    <a:srgbClr val="FFFFFF"/>
                  </a:gs>
                </a:gsLst>
                <a:lin ang="5400000" scaled="0"/>
              </a:gradFill>
              <a:latin typeface="Segoe UI" panose="020B0502040204020203" pitchFamily="34" charset="0"/>
              <a:ea typeface="Segoe UI" pitchFamily="34" charset="0"/>
              <a:cs typeface="Segoe UI" panose="020B0502040204020203" pitchFamily="34" charset="0"/>
            </a:endParaRPr>
          </a:p>
        </p:txBody>
      </p:sp>
      <p:pic>
        <p:nvPicPr>
          <p:cNvPr id="144" name="Graphic 143">
            <a:extLst>
              <a:ext uri="{FF2B5EF4-FFF2-40B4-BE49-F238E27FC236}">
                <a16:creationId xmlns:a16="http://schemas.microsoft.com/office/drawing/2014/main" id="{55FCE7D5-5796-0746-3173-EB75FBE85E45}"/>
              </a:ext>
            </a:extLst>
          </p:cNvPr>
          <p:cNvPicPr>
            <a:picLocks noChangeAspect="1"/>
          </p:cNvPicPr>
          <p:nvPr/>
        </p:nvPicPr>
        <p:blipFill>
          <a:blip>
            <a:extLst>
              <a:ext uri="{96DAC541-7B7A-43D3-8B79-37D633B846F1}">
                <asvg:svgBlip xmlns:asvg="http://schemas.microsoft.com/office/drawing/2016/SVG/main" r:embed="rId73"/>
              </a:ext>
            </a:extLst>
          </a:blip>
          <a:srcRect/>
          <a:stretch/>
        </p:blipFill>
        <p:spPr>
          <a:xfrm rot="5400000">
            <a:off x="9509919" y="2743200"/>
            <a:ext cx="6858000" cy="1371600"/>
          </a:xfrm>
          <a:prstGeom prst="rect">
            <a:avLst/>
          </a:prstGeom>
        </p:spPr>
      </p:pic>
    </p:spTree>
    <p:extLst>
      <p:ext uri="{BB962C8B-B14F-4D97-AF65-F5344CB8AC3E}">
        <p14:creationId xmlns:p14="http://schemas.microsoft.com/office/powerpoint/2010/main" val="3418689686"/>
      </p:ext>
    </p:extLst>
  </p:cSld>
  <p:clrMap bg1="lt1" tx1="dk1" bg2="lt2" tx2="dk2" accent1="accent1" accent2="accent2" accent3="accent3" accent4="accent4" accent5="accent5" accent6="accent6" hlink="hlink" folHlink="folHlink"/>
  <p:sldLayoutIdLst>
    <p:sldLayoutId id="2147485512" r:id="rId1"/>
    <p:sldLayoutId id="2147485502" r:id="rId2"/>
    <p:sldLayoutId id="2147485497" r:id="rId3"/>
    <p:sldLayoutId id="2147485523" r:id="rId4"/>
    <p:sldLayoutId id="2147485524" r:id="rId5"/>
    <p:sldLayoutId id="2147485513" r:id="rId6"/>
    <p:sldLayoutId id="2147485498" r:id="rId7"/>
    <p:sldLayoutId id="2147485514" r:id="rId8"/>
    <p:sldLayoutId id="2147485510" r:id="rId9"/>
    <p:sldLayoutId id="2147485515" r:id="rId10"/>
    <p:sldLayoutId id="2147485451" r:id="rId11"/>
    <p:sldLayoutId id="2147485503" r:id="rId12"/>
    <p:sldLayoutId id="2147485452" r:id="rId13"/>
    <p:sldLayoutId id="2147485453" r:id="rId14"/>
    <p:sldLayoutId id="2147485454" r:id="rId15"/>
    <p:sldLayoutId id="2147485455" r:id="rId16"/>
    <p:sldLayoutId id="2147485456" r:id="rId17"/>
    <p:sldLayoutId id="2147485457" r:id="rId18"/>
    <p:sldLayoutId id="2147485458" r:id="rId19"/>
    <p:sldLayoutId id="2147485459" r:id="rId20"/>
    <p:sldLayoutId id="2147485460" r:id="rId21"/>
    <p:sldLayoutId id="2147485461" r:id="rId22"/>
    <p:sldLayoutId id="2147485462" r:id="rId23"/>
    <p:sldLayoutId id="2147485463" r:id="rId24"/>
    <p:sldLayoutId id="2147485464" r:id="rId25"/>
    <p:sldLayoutId id="2147485465" r:id="rId26"/>
    <p:sldLayoutId id="2147485466" r:id="rId27"/>
    <p:sldLayoutId id="2147485467" r:id="rId28"/>
    <p:sldLayoutId id="2147485468" r:id="rId29"/>
    <p:sldLayoutId id="2147485469" r:id="rId30"/>
    <p:sldLayoutId id="2147485470" r:id="rId31"/>
    <p:sldLayoutId id="2147485471" r:id="rId32"/>
    <p:sldLayoutId id="2147485472" r:id="rId33"/>
    <p:sldLayoutId id="2147485473" r:id="rId34"/>
    <p:sldLayoutId id="2147485474" r:id="rId35"/>
    <p:sldLayoutId id="2147485475" r:id="rId36"/>
    <p:sldLayoutId id="2147485476" r:id="rId37"/>
    <p:sldLayoutId id="2147485477" r:id="rId38"/>
    <p:sldLayoutId id="2147485478" r:id="rId39"/>
    <p:sldLayoutId id="2147485479" r:id="rId40"/>
    <p:sldLayoutId id="2147485480" r:id="rId41"/>
    <p:sldLayoutId id="2147485481" r:id="rId42"/>
    <p:sldLayoutId id="2147485482" r:id="rId43"/>
    <p:sldLayoutId id="2147485483" r:id="rId44"/>
    <p:sldLayoutId id="2147485484" r:id="rId45"/>
    <p:sldLayoutId id="2147485485" r:id="rId46"/>
    <p:sldLayoutId id="2147485486" r:id="rId47"/>
    <p:sldLayoutId id="2147485487" r:id="rId48"/>
    <p:sldLayoutId id="2147485488" r:id="rId49"/>
    <p:sldLayoutId id="2147485518" r:id="rId50"/>
    <p:sldLayoutId id="2147485521" r:id="rId51"/>
    <p:sldLayoutId id="2147485520" r:id="rId52"/>
    <p:sldLayoutId id="2147485499" r:id="rId53"/>
    <p:sldLayoutId id="2147485491" r:id="rId54"/>
    <p:sldLayoutId id="2147485516" r:id="rId55"/>
    <p:sldLayoutId id="2147485525" r:id="rId56"/>
    <p:sldLayoutId id="2147485517" r:id="rId57"/>
    <p:sldLayoutId id="2147485519" r:id="rId58"/>
    <p:sldLayoutId id="2147485511" r:id="rId59"/>
    <p:sldLayoutId id="2147485490" r:id="rId60"/>
    <p:sldLayoutId id="2147485504" r:id="rId61"/>
    <p:sldLayoutId id="2147485505" r:id="rId62"/>
    <p:sldLayoutId id="2147485506" r:id="rId63"/>
    <p:sldLayoutId id="2147485507" r:id="rId64"/>
    <p:sldLayoutId id="2147485508" r:id="rId65"/>
    <p:sldLayoutId id="2147485509" r:id="rId66"/>
    <p:sldLayoutId id="2147485522" r:id="rId67"/>
    <p:sldLayoutId id="2147485493" r:id="rId68"/>
    <p:sldLayoutId id="2147485494" r:id="rId69"/>
    <p:sldLayoutId id="2147485495" r:id="rId70"/>
    <p:sldLayoutId id="2147485496" r:id="rId71"/>
  </p:sldLayoutIdLst>
  <p:transition>
    <p:fade/>
  </p:transition>
  <p:hf sldNum="0" hdr="0" ftr="0" dt="0"/>
  <p:txStyles>
    <p:titleStyle>
      <a:lvl1pPr algn="l" defTabSz="932742" rtl="0" eaLnBrk="1" latinLnBrk="0" hangingPunct="1">
        <a:lnSpc>
          <a:spcPct val="100000"/>
        </a:lnSpc>
        <a:spcBef>
          <a:spcPct val="0"/>
        </a:spcBef>
        <a:buNone/>
        <a:defRPr lang="en-US" sz="3600" b="0" i="0" kern="1200" cap="none" spc="-150" baseline="0" dirty="0" smtClean="0">
          <a:ln w="3175">
            <a:noFill/>
          </a:ln>
          <a:solidFill>
            <a:schemeClr val="tx2"/>
          </a:solidFill>
          <a:effectLst/>
          <a:latin typeface="+mj-lt"/>
          <a:ea typeface="+mn-ea"/>
          <a:cs typeface="Segoe UI" panose="020B0502040204020203"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b="0" i="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b="0" i="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b="0" i="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b="0" i="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b="0" i="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0" userDrawn="1">
          <p15:clr>
            <a:srgbClr val="C35EA4"/>
          </p15:clr>
        </p15:guide>
        <p15:guide id="17" pos="7320" userDrawn="1">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92" userDrawn="1">
          <p15:clr>
            <a:srgbClr val="A4A3A4"/>
          </p15:clr>
        </p15:guide>
        <p15:guide id="29" orient="horz" pos="4135">
          <p15:clr>
            <a:srgbClr val="A4A3A4"/>
          </p15:clr>
        </p15:guide>
        <p15:guide id="30" pos="7488" userDrawn="1">
          <p15:clr>
            <a:srgbClr val="A4A3A4"/>
          </p15:clr>
        </p15:guide>
        <p15:guide id="31" orient="horz" pos="4008">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image" Target="../media/image46.jpg"/><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1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7.xml.rels><?xml version="1.0" encoding="UTF-8" standalone="yes"?>
<Relationships xmlns="http://schemas.openxmlformats.org/package/2006/relationships"><Relationship Id="rId3" Type="http://schemas.openxmlformats.org/officeDocument/2006/relationships/hyperlink" Target="https://learn.microsoft.com/en-us/azure/cloud-adoption-framework/ai/ready" TargetMode="External"/><Relationship Id="rId2" Type="http://schemas.openxmlformats.org/officeDocument/2006/relationships/image" Target="../media/image51.svg"/><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9.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2.png"/><Relationship Id="rId18" Type="http://schemas.openxmlformats.org/officeDocument/2006/relationships/image" Target="../media/image67.png"/><Relationship Id="rId3" Type="http://schemas.openxmlformats.org/officeDocument/2006/relationships/image" Target="../media/image52.png"/><Relationship Id="rId21" Type="http://schemas.openxmlformats.org/officeDocument/2006/relationships/image" Target="../media/image70.png"/><Relationship Id="rId7" Type="http://schemas.openxmlformats.org/officeDocument/2006/relationships/image" Target="../media/image56.png"/><Relationship Id="rId12" Type="http://schemas.openxmlformats.org/officeDocument/2006/relationships/image" Target="../media/image61.svg"/><Relationship Id="rId17" Type="http://schemas.openxmlformats.org/officeDocument/2006/relationships/image" Target="../media/image66.png"/><Relationship Id="rId25" Type="http://schemas.openxmlformats.org/officeDocument/2006/relationships/image" Target="../media/image74.png"/><Relationship Id="rId2" Type="http://schemas.openxmlformats.org/officeDocument/2006/relationships/notesSlide" Target="../notesSlides/notesSlide3.xml"/><Relationship Id="rId16" Type="http://schemas.openxmlformats.org/officeDocument/2006/relationships/image" Target="../media/image65.png"/><Relationship Id="rId20" Type="http://schemas.openxmlformats.org/officeDocument/2006/relationships/image" Target="../media/image69.png"/><Relationship Id="rId1" Type="http://schemas.openxmlformats.org/officeDocument/2006/relationships/slideLayout" Target="../slideLayouts/slideLayout22.xml"/><Relationship Id="rId6" Type="http://schemas.openxmlformats.org/officeDocument/2006/relationships/image" Target="../media/image55.png"/><Relationship Id="rId11" Type="http://schemas.openxmlformats.org/officeDocument/2006/relationships/image" Target="../media/image60.png"/><Relationship Id="rId24" Type="http://schemas.openxmlformats.org/officeDocument/2006/relationships/image" Target="../media/image73.png"/><Relationship Id="rId5" Type="http://schemas.openxmlformats.org/officeDocument/2006/relationships/image" Target="../media/image54.svg"/><Relationship Id="rId15" Type="http://schemas.openxmlformats.org/officeDocument/2006/relationships/image" Target="../media/image64.png"/><Relationship Id="rId23" Type="http://schemas.openxmlformats.org/officeDocument/2006/relationships/image" Target="../media/image72.png"/><Relationship Id="rId10" Type="http://schemas.openxmlformats.org/officeDocument/2006/relationships/image" Target="../media/image59.png"/><Relationship Id="rId19" Type="http://schemas.openxmlformats.org/officeDocument/2006/relationships/image" Target="../media/image68.png"/><Relationship Id="rId4" Type="http://schemas.openxmlformats.org/officeDocument/2006/relationships/image" Target="../media/image53.svg"/><Relationship Id="rId9" Type="http://schemas.openxmlformats.org/officeDocument/2006/relationships/image" Target="../media/image58.png"/><Relationship Id="rId14" Type="http://schemas.openxmlformats.org/officeDocument/2006/relationships/image" Target="../media/image63.svg"/><Relationship Id="rId22" Type="http://schemas.openxmlformats.org/officeDocument/2006/relationships/image" Target="../media/image71.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hyperlink" Target="https://learn.microsoft.com/en-us/azure/cloud-adoption-framework/overview" TargetMode="External"/><Relationship Id="rId7" Type="http://schemas.openxmlformats.org/officeDocument/2006/relationships/hyperlink" Target="https://github.com/Azure/AI-Landing-Zones#ai-gateway-landing-zone" TargetMode="External"/><Relationship Id="rId2" Type="http://schemas.openxmlformats.org/officeDocument/2006/relationships/notesSlide" Target="../notesSlides/notesSlide5.xml"/><Relationship Id="rId1" Type="http://schemas.openxmlformats.org/officeDocument/2006/relationships/slideLayout" Target="../slideLayouts/slideLayout13.xml"/><Relationship Id="rId6" Type="http://schemas.openxmlformats.org/officeDocument/2006/relationships/hyperlink" Target="https://github.com/Azure/AI-Landing-Zones#ai-foundry-landing-zone" TargetMode="External"/><Relationship Id="rId5" Type="http://schemas.openxmlformats.org/officeDocument/2006/relationships/hyperlink" Target="https://learn.microsoft.com/en-us/azure/architecture/ai-ml/guide/rag/rag-information-retrieval" TargetMode="External"/><Relationship Id="rId4" Type="http://schemas.openxmlformats.org/officeDocument/2006/relationships/hyperlink" Target="https://learn.microsoft.com/en-us/azure/well-architected/" TargetMode="External"/></Relationships>
</file>

<file path=ppt/slides/_rels/slide14.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6.xml"/><Relationship Id="rId1" Type="http://schemas.openxmlformats.org/officeDocument/2006/relationships/slideLayout" Target="../slideLayouts/slideLayout2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16.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7.xml"/><Relationship Id="rId1" Type="http://schemas.openxmlformats.org/officeDocument/2006/relationships/slideLayout" Target="../slideLayouts/slideLayout2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20.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8.xml"/><Relationship Id="rId1" Type="http://schemas.openxmlformats.org/officeDocument/2006/relationships/slideLayout" Target="../slideLayouts/slideLayout2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4.xml"/></Relationships>
</file>

<file path=ppt/slides/_rels/slide27.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hyperlink" Target="https://azure.github.io/AI-Landing-Zones/" TargetMode="External"/><Relationship Id="rId1" Type="http://schemas.openxmlformats.org/officeDocument/2006/relationships/slideLayout" Target="../slideLayouts/slideLayout14.xml"/><Relationship Id="rId5" Type="http://schemas.openxmlformats.org/officeDocument/2006/relationships/image" Target="../media/image79.png"/><Relationship Id="rId4" Type="http://schemas.openxmlformats.org/officeDocument/2006/relationships/hyperlink" Target="https://github.com/Azure-Samples/foundry-citadel-platform"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7.xml"/></Relationships>
</file>

<file path=ppt/slides/_rels/slide29.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hyperlink" Target="https://www.linkedin.com/in/christina-pardali/" TargetMode="External"/><Relationship Id="rId1" Type="http://schemas.openxmlformats.org/officeDocument/2006/relationships/slideLayout" Target="../slideLayouts/slideLayout6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r>
              <a:rPr lang="en-GB" dirty="0"/>
              <a:t>AI Landing Zones in Azure</a:t>
            </a:r>
            <a:endParaRPr dirty="0"/>
          </a:p>
        </p:txBody>
      </p:sp>
      <p:sp>
        <p:nvSpPr>
          <p:cNvPr id="3" name="Text Placeholder 2"/>
          <p:cNvSpPr>
            <a:spLocks noGrp="1"/>
          </p:cNvSpPr>
          <p:nvPr>
            <p:ph type="body" sz="quarter" idx="12"/>
          </p:nvPr>
        </p:nvSpPr>
        <p:spPr>
          <a:xfrm>
            <a:off x="584200" y="3962400"/>
            <a:ext cx="5690268" cy="922421"/>
          </a:xfrm>
        </p:spPr>
        <p:txBody>
          <a:bodyPr wrap="square">
            <a:normAutofit fontScale="62500" lnSpcReduction="20000"/>
          </a:bodyPr>
          <a:lstStyle/>
          <a:p>
            <a:r>
              <a:rPr lang="en-GB" dirty="0"/>
              <a:t>The </a:t>
            </a:r>
            <a:r>
              <a:rPr dirty="0"/>
              <a:t>secure</a:t>
            </a:r>
            <a:r>
              <a:rPr lang="en-GB" dirty="0"/>
              <a:t> and </a:t>
            </a:r>
            <a:r>
              <a:rPr dirty="0"/>
              <a:t>governed foundation for </a:t>
            </a:r>
            <a:r>
              <a:rPr lang="en-GB" dirty="0"/>
              <a:t>pro-code agents</a:t>
            </a:r>
          </a:p>
          <a:p>
            <a:endParaRPr lang="en-GB" dirty="0"/>
          </a:p>
          <a:p>
            <a:endParaRPr dirty="0"/>
          </a:p>
          <a:p>
            <a:r>
              <a:rPr dirty="0"/>
              <a:t>Christina Pardali  ·  AI Infrastructure Summit 2026</a:t>
            </a:r>
            <a:endParaRPr lang="en-GB" dirty="0"/>
          </a:p>
          <a:p>
            <a:endParaRPr lang="en-GB" dirty="0"/>
          </a:p>
          <a:p>
            <a:endParaRPr lang="en-US" dirty="0"/>
          </a:p>
          <a:p>
            <a:r>
              <a:rPr lang="" dirty="0"/>
              <a:t>09:20 - 09:45</a:t>
            </a:r>
            <a:endParaRPr dirty="0"/>
          </a:p>
        </p:txBody>
      </p:sp>
      <p:sp>
        <p:nvSpPr>
          <p:cNvPr id="4" name="TextBox 3">
            <a:extLst>
              <a:ext uri="{FF2B5EF4-FFF2-40B4-BE49-F238E27FC236}">
                <a16:creationId xmlns:a16="http://schemas.microsoft.com/office/drawing/2014/main" id="{B2F43DF4-A1CE-20AB-87FD-7AF60840D64D}"/>
              </a:ext>
            </a:extLst>
          </p:cNvPr>
          <p:cNvSpPr txBox="1"/>
          <p:nvPr/>
        </p:nvSpPr>
        <p:spPr>
          <a:xfrm>
            <a:off x="584200" y="6244389"/>
            <a:ext cx="9065127" cy="346249"/>
          </a:xfrm>
          <a:prstGeom prst="rect">
            <a:avLst/>
          </a:prstGeom>
          <a:noFill/>
        </p:spPr>
        <p:txBody>
          <a:bodyPr wrap="square" lIns="0" tIns="0" rIns="0" bIns="0" rtlCol="0">
            <a:spAutoFit/>
          </a:bodyPr>
          <a:lstStyle/>
          <a:p>
            <a:pPr algn="l"/>
            <a:r>
              <a:rPr lang="en-GB" sz="1050" dirty="0">
                <a:solidFill>
                  <a:schemeClr val="accent5"/>
                </a:solidFill>
              </a:rPr>
              <a:t>Note: The views I am expressing are my personal beliefs, and I am not speaking or acting</a:t>
            </a:r>
          </a:p>
          <a:p>
            <a:pPr algn="l"/>
            <a:r>
              <a:rPr lang="en-GB" sz="1050" dirty="0">
                <a:solidFill>
                  <a:schemeClr val="accent5"/>
                </a:solidFill>
              </a:rPr>
              <a:t>on behalf of Microsoft</a:t>
            </a:r>
            <a:r>
              <a:rPr lang="en-GB" sz="1200" dirty="0">
                <a:solidFill>
                  <a:schemeClr val="accent5"/>
                </a:solidFill>
              </a:rPr>
              <a:t>. </a:t>
            </a:r>
            <a:endParaRPr lang="LID4096" sz="1200" dirty="0" err="1">
              <a:solidFill>
                <a:schemeClr val="accent5"/>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4480000" cy="6858000"/>
          </a:xfrm>
          <a:prstGeom prst="rect">
            <a:avLst/>
          </a:prstGeom>
          <a:solidFill>
            <a:srgbClr val="0D00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500000" y="5200000"/>
            <a:ext cx="2600000" cy="2600000"/>
          </a:xfrm>
          <a:prstGeom prst="ellipse">
            <a:avLst/>
          </a:prstGeom>
          <a:solidFill>
            <a:srgbClr val="FFFFFF">
              <a:alpha val="7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3600000" y="-600000"/>
            <a:ext cx="1800000" cy="1800000"/>
          </a:xfrm>
          <a:prstGeom prst="ellipse">
            <a:avLst/>
          </a:prstGeom>
          <a:solidFill>
            <a:srgbClr val="FFFFFF">
              <a:alpha val="7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900000" y="1669000"/>
            <a:ext cx="2680000" cy="2680000"/>
          </a:xfrm>
          <a:prstGeom prst="ellipse">
            <a:avLst/>
          </a:prstGeom>
          <a:noFill/>
          <a:ln w="50800">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p:cNvPicPr>
            <a:picLocks noChangeAspect="1"/>
          </p:cNvPicPr>
          <p:nvPr/>
        </p:nvPicPr>
        <p:blipFill>
          <a:blip r:embed="rId2"/>
          <a:srcRect t="16667" b="16667"/>
          <a:stretch/>
        </p:blipFill>
        <p:spPr>
          <a:xfrm>
            <a:off x="990000" y="1759000"/>
            <a:ext cx="2500000" cy="2500000"/>
          </a:xfrm>
          <a:prstGeom prst="ellipse">
            <a:avLst/>
          </a:prstGeom>
        </p:spPr>
      </p:pic>
      <p:sp>
        <p:nvSpPr>
          <p:cNvPr id="7" name="TextBox 6"/>
          <p:cNvSpPr txBox="1"/>
          <p:nvPr/>
        </p:nvSpPr>
        <p:spPr>
          <a:xfrm>
            <a:off x="300000" y="4519000"/>
            <a:ext cx="3880000" cy="940000"/>
          </a:xfrm>
          <a:prstGeom prst="rect">
            <a:avLst/>
          </a:prstGeom>
          <a:noFill/>
        </p:spPr>
        <p:txBody>
          <a:bodyPr wrap="square" lIns="0" tIns="0" rIns="0" bIns="0" anchor="t">
            <a:spAutoFit/>
          </a:bodyPr>
          <a:lstStyle/>
          <a:p>
            <a:pPr algn="ctr">
              <a:spcAft>
                <a:spcPts val="400"/>
              </a:spcAft>
            </a:pPr>
            <a:r>
              <a:rPr sz="3000" b="1">
                <a:solidFill>
                  <a:srgbClr val="FFFFFF"/>
                </a:solidFill>
                <a:latin typeface="Segoe UI"/>
              </a:rPr>
              <a:t>Christina Pardali</a:t>
            </a:r>
          </a:p>
          <a:p>
            <a:pPr algn="ctr">
              <a:spcAft>
                <a:spcPts val="0"/>
              </a:spcAft>
            </a:pPr>
            <a:r>
              <a:rPr sz="1600" b="0">
                <a:solidFill>
                  <a:srgbClr val="C9CEEC"/>
                </a:solidFill>
                <a:latin typeface="Segoe UI"/>
              </a:rPr>
              <a:t>Partner Solution Architect</a:t>
            </a:r>
          </a:p>
          <a:p>
            <a:pPr algn="ctr">
              <a:spcAft>
                <a:spcPts val="0"/>
              </a:spcAft>
            </a:pPr>
            <a:r>
              <a:rPr sz="1400" b="0">
                <a:solidFill>
                  <a:srgbClr val="C9CEEC"/>
                </a:solidFill>
                <a:latin typeface="Segoe UI"/>
              </a:rPr>
              <a:t>Microsoft · EMEA</a:t>
            </a:r>
          </a:p>
        </p:txBody>
      </p:sp>
      <p:sp>
        <p:nvSpPr>
          <p:cNvPr id="8" name="TextBox 7"/>
          <p:cNvSpPr txBox="1"/>
          <p:nvPr/>
        </p:nvSpPr>
        <p:spPr>
          <a:xfrm>
            <a:off x="5100000" y="560000"/>
            <a:ext cx="6472000" cy="200055"/>
          </a:xfrm>
          <a:prstGeom prst="rect">
            <a:avLst/>
          </a:prstGeom>
          <a:noFill/>
        </p:spPr>
        <p:txBody>
          <a:bodyPr wrap="square" lIns="0" tIns="0" rIns="0" bIns="0" anchor="t">
            <a:spAutoFit/>
          </a:bodyPr>
          <a:lstStyle/>
          <a:p>
            <a:pPr algn="l">
              <a:spcAft>
                <a:spcPts val="0"/>
              </a:spcAft>
            </a:pPr>
            <a:r>
              <a:rPr sz="1300" b="1" dirty="0">
                <a:solidFill>
                  <a:schemeClr val="tx2"/>
                </a:solidFill>
                <a:latin typeface="Segoe UI"/>
              </a:rPr>
              <a:t>WHO AM I</a:t>
            </a:r>
          </a:p>
        </p:txBody>
      </p:sp>
      <p:sp>
        <p:nvSpPr>
          <p:cNvPr id="9" name="TextBox 8"/>
          <p:cNvSpPr txBox="1"/>
          <p:nvPr/>
        </p:nvSpPr>
        <p:spPr>
          <a:xfrm>
            <a:off x="5100000" y="820000"/>
            <a:ext cx="6472000" cy="700000"/>
          </a:xfrm>
          <a:prstGeom prst="rect">
            <a:avLst/>
          </a:prstGeom>
          <a:noFill/>
        </p:spPr>
        <p:txBody>
          <a:bodyPr wrap="square" lIns="0" tIns="0" rIns="0" bIns="0" anchor="t">
            <a:spAutoFit/>
          </a:bodyPr>
          <a:lstStyle/>
          <a:p>
            <a:pPr algn="l">
              <a:spcAft>
                <a:spcPts val="0"/>
              </a:spcAft>
            </a:pPr>
            <a:r>
              <a:rPr sz="4000" b="1" dirty="0">
                <a:solidFill>
                  <a:srgbClr val="1B1B2F"/>
                </a:solidFill>
                <a:latin typeface="Segoe UI"/>
              </a:rPr>
              <a:t>A bit about me</a:t>
            </a:r>
          </a:p>
        </p:txBody>
      </p:sp>
      <p:sp>
        <p:nvSpPr>
          <p:cNvPr id="10" name="Rounded Rectangle 9"/>
          <p:cNvSpPr/>
          <p:nvPr/>
        </p:nvSpPr>
        <p:spPr>
          <a:xfrm>
            <a:off x="5100000" y="1560000"/>
            <a:ext cx="900000" cy="70000"/>
          </a:xfrm>
          <a:prstGeom prst="roundRect">
            <a:avLst/>
          </a:prstGeom>
          <a:solidFill>
            <a:schemeClr val="tx2"/>
          </a:solidFill>
          <a:ln>
            <a:solidFill>
              <a:schemeClr val="tx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5100000" y="1920000"/>
            <a:ext cx="6472000" cy="1180000"/>
          </a:xfrm>
          <a:prstGeom prst="roundRect">
            <a:avLst>
              <a:gd name="adj" fmla="val 9000"/>
            </a:avLst>
          </a:prstGeom>
          <a:solidFill>
            <a:srgbClr val="F3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5100000" y="1920000"/>
            <a:ext cx="130000" cy="1180000"/>
          </a:xfrm>
          <a:prstGeom prst="roundRect">
            <a:avLst>
              <a:gd name="adj" fmla="val 50000"/>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5520000" y="2360000"/>
            <a:ext cx="300000" cy="300000"/>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160000" y="2313519"/>
            <a:ext cx="5112000" cy="512961"/>
          </a:xfrm>
          <a:prstGeom prst="rect">
            <a:avLst/>
          </a:prstGeom>
          <a:noFill/>
        </p:spPr>
        <p:txBody>
          <a:bodyPr wrap="square" lIns="0" tIns="0" rIns="0" bIns="0" anchor="ctr">
            <a:spAutoFit/>
          </a:bodyPr>
          <a:lstStyle/>
          <a:p>
            <a:pPr algn="l">
              <a:spcAft>
                <a:spcPts val="400"/>
              </a:spcAft>
            </a:pPr>
            <a:r>
              <a:rPr sz="1200" b="1" dirty="0">
                <a:solidFill>
                  <a:schemeClr val="tx2"/>
                </a:solidFill>
                <a:latin typeface="Segoe UI"/>
              </a:rPr>
              <a:t>ROLE</a:t>
            </a:r>
          </a:p>
          <a:p>
            <a:pPr algn="l">
              <a:spcAft>
                <a:spcPts val="0"/>
              </a:spcAft>
            </a:pPr>
            <a:r>
              <a:rPr sz="1800" b="1" dirty="0">
                <a:solidFill>
                  <a:srgbClr val="1B1B2F"/>
                </a:solidFill>
                <a:latin typeface="Segoe UI"/>
              </a:rPr>
              <a:t>Partner Solution Architect at Microsoft (EMEA)</a:t>
            </a:r>
          </a:p>
        </p:txBody>
      </p:sp>
      <p:sp>
        <p:nvSpPr>
          <p:cNvPr id="15" name="Rounded Rectangle 14"/>
          <p:cNvSpPr/>
          <p:nvPr/>
        </p:nvSpPr>
        <p:spPr>
          <a:xfrm>
            <a:off x="5100000" y="3320000"/>
            <a:ext cx="6472000" cy="1180000"/>
          </a:xfrm>
          <a:prstGeom prst="roundRect">
            <a:avLst>
              <a:gd name="adj" fmla="val 9000"/>
            </a:avLst>
          </a:prstGeom>
          <a:solidFill>
            <a:srgbClr val="F3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5100000" y="3320000"/>
            <a:ext cx="130000" cy="1180000"/>
          </a:xfrm>
          <a:prstGeom prst="roundRect">
            <a:avLst>
              <a:gd name="adj" fmla="val 50000"/>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5520000" y="3760000"/>
            <a:ext cx="300000" cy="300000"/>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160000" y="3713519"/>
            <a:ext cx="5112000" cy="512961"/>
          </a:xfrm>
          <a:prstGeom prst="rect">
            <a:avLst/>
          </a:prstGeom>
          <a:noFill/>
        </p:spPr>
        <p:txBody>
          <a:bodyPr wrap="square" lIns="0" tIns="0" rIns="0" bIns="0" anchor="ctr">
            <a:spAutoFit/>
          </a:bodyPr>
          <a:lstStyle/>
          <a:p>
            <a:pPr algn="l">
              <a:spcAft>
                <a:spcPts val="400"/>
              </a:spcAft>
            </a:pPr>
            <a:r>
              <a:rPr sz="1200" b="1" dirty="0">
                <a:solidFill>
                  <a:schemeClr val="tx2"/>
                </a:solidFill>
                <a:latin typeface="Segoe UI"/>
              </a:rPr>
              <a:t>FOCUS</a:t>
            </a:r>
          </a:p>
          <a:p>
            <a:pPr algn="l">
              <a:spcAft>
                <a:spcPts val="0"/>
              </a:spcAft>
            </a:pPr>
            <a:r>
              <a:rPr sz="1800" b="1" dirty="0">
                <a:solidFill>
                  <a:srgbClr val="1B1B2F"/>
                </a:solidFill>
                <a:latin typeface="Segoe UI"/>
              </a:rPr>
              <a:t>Agentic AI and GitHub</a:t>
            </a:r>
          </a:p>
        </p:txBody>
      </p:sp>
      <p:sp>
        <p:nvSpPr>
          <p:cNvPr id="19" name="Rounded Rectangle 18"/>
          <p:cNvSpPr/>
          <p:nvPr/>
        </p:nvSpPr>
        <p:spPr>
          <a:xfrm>
            <a:off x="5100000" y="4720000"/>
            <a:ext cx="6472000" cy="1180000"/>
          </a:xfrm>
          <a:prstGeom prst="roundRect">
            <a:avLst>
              <a:gd name="adj" fmla="val 9000"/>
            </a:avLst>
          </a:prstGeom>
          <a:solidFill>
            <a:srgbClr val="F3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5100000" y="4720000"/>
            <a:ext cx="130000" cy="1180000"/>
          </a:xfrm>
          <a:prstGeom prst="roundRect">
            <a:avLst>
              <a:gd name="adj" fmla="val 50000"/>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5520000" y="5160000"/>
            <a:ext cx="300000" cy="300000"/>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160000" y="4975020"/>
            <a:ext cx="5112000" cy="789960"/>
          </a:xfrm>
          <a:prstGeom prst="rect">
            <a:avLst/>
          </a:prstGeom>
          <a:noFill/>
        </p:spPr>
        <p:txBody>
          <a:bodyPr wrap="square" lIns="0" tIns="0" rIns="0" bIns="0" anchor="ctr">
            <a:spAutoFit/>
          </a:bodyPr>
          <a:lstStyle/>
          <a:p>
            <a:pPr algn="l">
              <a:spcAft>
                <a:spcPts val="400"/>
              </a:spcAft>
            </a:pPr>
            <a:r>
              <a:rPr sz="1200" b="1" dirty="0">
                <a:solidFill>
                  <a:schemeClr val="tx2"/>
                </a:solidFill>
                <a:latin typeface="Segoe UI"/>
              </a:rPr>
              <a:t>COMMUNITY</a:t>
            </a:r>
          </a:p>
          <a:p>
            <a:pPr algn="l">
              <a:spcAft>
                <a:spcPts val="0"/>
              </a:spcAft>
            </a:pPr>
            <a:r>
              <a:rPr sz="1800" b="1" dirty="0">
                <a:solidFill>
                  <a:srgbClr val="1B1B2F"/>
                </a:solidFill>
                <a:latin typeface="Segoe UI"/>
              </a:rPr>
              <a:t>Communications Lead for Microsoft's Mosaic Inclusion Network in Germany</a:t>
            </a:r>
          </a:p>
        </p:txBody>
      </p:sp>
    </p:spTree>
    <p:extLst>
      <p:ext uri="{BB962C8B-B14F-4D97-AF65-F5344CB8AC3E}">
        <p14:creationId xmlns:p14="http://schemas.microsoft.com/office/powerpoint/2010/main" val="3806228534"/>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8263" y="585788"/>
            <a:ext cx="3182027" cy="5683250"/>
          </a:xfrm>
        </p:spPr>
        <p:txBody>
          <a:bodyPr wrap="square" anchor="ctr">
            <a:normAutofit/>
          </a:bodyPr>
          <a:lstStyle/>
          <a:p>
            <a:r>
              <a:t>What we’ll cover</a:t>
            </a:r>
          </a:p>
        </p:txBody>
      </p:sp>
      <p:sp>
        <p:nvSpPr>
          <p:cNvPr id="3" name="Content Placeholder 2"/>
          <p:cNvSpPr>
            <a:spLocks noGrp="1"/>
          </p:cNvSpPr>
          <p:nvPr>
            <p:ph type="body" sz="quarter" idx="11"/>
          </p:nvPr>
        </p:nvSpPr>
        <p:spPr>
          <a:xfrm>
            <a:off x="4941888" y="585788"/>
            <a:ext cx="6667500" cy="5683249"/>
          </a:xfrm>
        </p:spPr>
        <p:txBody>
          <a:bodyPr wrap="square" anchor="ctr">
            <a:normAutofit/>
          </a:bodyPr>
          <a:lstStyle/>
          <a:p>
            <a:r>
              <a:rPr dirty="0"/>
              <a:t>Why enterprise AI needs a purpose-built foundation</a:t>
            </a:r>
          </a:p>
          <a:p>
            <a:r>
              <a:rPr dirty="0"/>
              <a:t>The shift to agents &amp; pro-code development with </a:t>
            </a:r>
            <a:r>
              <a:rPr lang="en-GB" dirty="0"/>
              <a:t>Microsoft </a:t>
            </a:r>
            <a:r>
              <a:rPr dirty="0"/>
              <a:t>Foundry</a:t>
            </a:r>
          </a:p>
          <a:p>
            <a:r>
              <a:rPr dirty="0"/>
              <a:t>What an Azure AI Landing Zone is — and what it isn’t</a:t>
            </a:r>
          </a:p>
          <a:p>
            <a:r>
              <a:rPr dirty="0"/>
              <a:t>The reference architectures and the pillars we advise getting right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5760" y="137160"/>
            <a:ext cx="11457432" cy="868680"/>
          </a:xfrm>
          <a:prstGeom prst="rect">
            <a:avLst/>
          </a:prstGeom>
          <a:noFill/>
        </p:spPr>
        <p:txBody>
          <a:bodyPr wrap="square" anchor="ctr">
            <a:spAutoFit/>
          </a:bodyPr>
          <a:lstStyle/>
          <a:p>
            <a:pPr algn="ctr"/>
            <a:r>
              <a:rPr sz="4000" b="1" i="0">
                <a:solidFill>
                  <a:srgbClr val="202020"/>
                </a:solidFill>
                <a:latin typeface="Segoe UI"/>
              </a:rPr>
              <a:t>Where do organizations get stuck?</a:t>
            </a:r>
          </a:p>
        </p:txBody>
      </p:sp>
      <p:sp>
        <p:nvSpPr>
          <p:cNvPr id="3" name="Rounded Rectangle 2"/>
          <p:cNvSpPr/>
          <p:nvPr/>
        </p:nvSpPr>
        <p:spPr>
          <a:xfrm>
            <a:off x="411480" y="1143000"/>
            <a:ext cx="11365992" cy="5486400"/>
          </a:xfrm>
          <a:prstGeom prst="roundRect">
            <a:avLst>
              <a:gd name="adj" fmla="val 3000"/>
            </a:avLst>
          </a:prstGeom>
          <a:noFill/>
          <a:ln w="12700">
            <a:solidFill>
              <a:srgbClr val="D9D9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Freeform 3"/>
          <p:cNvSpPr/>
          <p:nvPr/>
        </p:nvSpPr>
        <p:spPr>
          <a:xfrm>
            <a:off x="1463040" y="1965960"/>
            <a:ext cx="8915400" cy="3474720"/>
          </a:xfrm>
          <a:custGeom>
            <a:avLst/>
            <a:gdLst/>
            <a:ahLst/>
            <a:cxnLst/>
            <a:rect l="l" t="t" r="r" b="b"/>
            <a:pathLst>
              <a:path w="8915400" h="3474720">
                <a:moveTo>
                  <a:pt x="0" y="3474720"/>
                </a:moveTo>
                <a:lnTo>
                  <a:pt x="2423160" y="3337560"/>
                </a:lnTo>
                <a:lnTo>
                  <a:pt x="4736592" y="2880360"/>
                </a:lnTo>
                <a:lnTo>
                  <a:pt x="7040880" y="2011679"/>
                </a:lnTo>
                <a:lnTo>
                  <a:pt x="8915400" y="0"/>
                </a:lnTo>
              </a:path>
            </a:pathLst>
          </a:custGeom>
          <a:noFill/>
          <a:ln w="28575">
            <a:solidFill>
              <a:srgbClr val="D12A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640080" y="3794760"/>
            <a:ext cx="1234440" cy="301752"/>
          </a:xfrm>
          <a:prstGeom prst="roundRect">
            <a:avLst>
              <a:gd name="adj" fmla="val 50000"/>
            </a:avLst>
          </a:prstGeom>
          <a:solidFill>
            <a:srgbClr val="FFFFFF"/>
          </a:solidFill>
          <a:ln w="9525">
            <a:solidFill>
              <a:srgbClr val="E2E2E2"/>
            </a:solidFill>
          </a:ln>
          <a:effectLst/>
        </p:spPr>
        <p:style>
          <a:lnRef idx="1">
            <a:schemeClr val="accent1"/>
          </a:lnRef>
          <a:fillRef idx="3">
            <a:schemeClr val="accent1"/>
          </a:fillRef>
          <a:effectRef idx="2">
            <a:schemeClr val="accent1"/>
          </a:effectRef>
          <a:fontRef idx="minor">
            <a:schemeClr val="lt1"/>
          </a:fontRef>
        </p:style>
        <p:txBody>
          <a:bodyPr wrap="none" lIns="329184" tIns="0" rIns="45720" bIns="0" rtlCol="0" anchor="ctr"/>
          <a:lstStyle/>
          <a:p>
            <a:pPr algn="l"/>
            <a:r>
              <a:rPr sz="1050">
                <a:solidFill>
                  <a:srgbClr val="202020"/>
                </a:solidFill>
                <a:latin typeface="Segoe UI"/>
              </a:rPr>
              <a:t>Benefits</a:t>
            </a:r>
          </a:p>
        </p:txBody>
      </p:sp>
      <p:sp>
        <p:nvSpPr>
          <p:cNvPr id="6" name="Oval 5"/>
          <p:cNvSpPr/>
          <p:nvPr/>
        </p:nvSpPr>
        <p:spPr>
          <a:xfrm>
            <a:off x="758952" y="3881628"/>
            <a:ext cx="128016" cy="128016"/>
          </a:xfrm>
          <a:prstGeom prst="ellipse">
            <a:avLst/>
          </a:prstGeom>
          <a:solidFill>
            <a:srgbClr val="A6A6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640080" y="4160520"/>
            <a:ext cx="1234440" cy="301752"/>
          </a:xfrm>
          <a:prstGeom prst="roundRect">
            <a:avLst>
              <a:gd name="adj" fmla="val 50000"/>
            </a:avLst>
          </a:prstGeom>
          <a:solidFill>
            <a:srgbClr val="FFFFFF"/>
          </a:solidFill>
          <a:ln w="9525">
            <a:solidFill>
              <a:srgbClr val="E2E2E2"/>
            </a:solidFill>
          </a:ln>
          <a:effectLst/>
        </p:spPr>
        <p:style>
          <a:lnRef idx="1">
            <a:schemeClr val="accent1"/>
          </a:lnRef>
          <a:fillRef idx="3">
            <a:schemeClr val="accent1"/>
          </a:fillRef>
          <a:effectRef idx="2">
            <a:schemeClr val="accent1"/>
          </a:effectRef>
          <a:fontRef idx="minor">
            <a:schemeClr val="lt1"/>
          </a:fontRef>
        </p:style>
        <p:txBody>
          <a:bodyPr wrap="none" lIns="329184" tIns="0" rIns="45720" bIns="0" rtlCol="0" anchor="ctr"/>
          <a:lstStyle/>
          <a:p>
            <a:pPr algn="l"/>
            <a:r>
              <a:rPr sz="1050">
                <a:solidFill>
                  <a:srgbClr val="202020"/>
                </a:solidFill>
                <a:latin typeface="Segoe UI"/>
              </a:rPr>
              <a:t>Users</a:t>
            </a:r>
          </a:p>
        </p:txBody>
      </p:sp>
      <p:sp>
        <p:nvSpPr>
          <p:cNvPr id="8" name="Oval 7"/>
          <p:cNvSpPr/>
          <p:nvPr/>
        </p:nvSpPr>
        <p:spPr>
          <a:xfrm>
            <a:off x="758952" y="4247388"/>
            <a:ext cx="128016" cy="128016"/>
          </a:xfrm>
          <a:prstGeom prst="ellipse">
            <a:avLst/>
          </a:prstGeom>
          <a:solidFill>
            <a:srgbClr val="FFB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3200400" y="2697480"/>
            <a:ext cx="1371600" cy="301752"/>
          </a:xfrm>
          <a:prstGeom prst="roundRect">
            <a:avLst>
              <a:gd name="adj" fmla="val 50000"/>
            </a:avLst>
          </a:prstGeom>
          <a:solidFill>
            <a:srgbClr val="FFFFFF"/>
          </a:solidFill>
          <a:ln w="9525">
            <a:solidFill>
              <a:srgbClr val="E2E2E2"/>
            </a:solidFill>
          </a:ln>
          <a:effectLst/>
        </p:spPr>
        <p:style>
          <a:lnRef idx="1">
            <a:schemeClr val="accent1"/>
          </a:lnRef>
          <a:fillRef idx="3">
            <a:schemeClr val="accent1"/>
          </a:fillRef>
          <a:effectRef idx="2">
            <a:schemeClr val="accent1"/>
          </a:effectRef>
          <a:fontRef idx="minor">
            <a:schemeClr val="lt1"/>
          </a:fontRef>
        </p:style>
        <p:txBody>
          <a:bodyPr wrap="none" lIns="329184" tIns="0" rIns="45720" bIns="0" rtlCol="0" anchor="ctr"/>
          <a:lstStyle/>
          <a:p>
            <a:pPr algn="l"/>
            <a:r>
              <a:rPr sz="1050">
                <a:solidFill>
                  <a:srgbClr val="202020"/>
                </a:solidFill>
                <a:latin typeface="Segoe UI"/>
              </a:rPr>
              <a:t>Benefits</a:t>
            </a:r>
          </a:p>
        </p:txBody>
      </p:sp>
      <p:sp>
        <p:nvSpPr>
          <p:cNvPr id="10" name="Oval 9"/>
          <p:cNvSpPr/>
          <p:nvPr/>
        </p:nvSpPr>
        <p:spPr>
          <a:xfrm>
            <a:off x="3319272" y="2784348"/>
            <a:ext cx="128016" cy="128016"/>
          </a:xfrm>
          <a:prstGeom prst="ellipse">
            <a:avLst/>
          </a:prstGeom>
          <a:solidFill>
            <a:srgbClr val="A6A6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3200400" y="3063240"/>
            <a:ext cx="1371600" cy="301752"/>
          </a:xfrm>
          <a:prstGeom prst="roundRect">
            <a:avLst>
              <a:gd name="adj" fmla="val 50000"/>
            </a:avLst>
          </a:prstGeom>
          <a:solidFill>
            <a:srgbClr val="FFFFFF"/>
          </a:solidFill>
          <a:ln w="9525">
            <a:solidFill>
              <a:srgbClr val="E2E2E2"/>
            </a:solidFill>
          </a:ln>
          <a:effectLst/>
        </p:spPr>
        <p:style>
          <a:lnRef idx="1">
            <a:schemeClr val="accent1"/>
          </a:lnRef>
          <a:fillRef idx="3">
            <a:schemeClr val="accent1"/>
          </a:fillRef>
          <a:effectRef idx="2">
            <a:schemeClr val="accent1"/>
          </a:effectRef>
          <a:fontRef idx="minor">
            <a:schemeClr val="lt1"/>
          </a:fontRef>
        </p:style>
        <p:txBody>
          <a:bodyPr wrap="none" lIns="329184" tIns="0" rIns="45720" bIns="0" rtlCol="0" anchor="ctr"/>
          <a:lstStyle/>
          <a:p>
            <a:pPr algn="l"/>
            <a:r>
              <a:rPr sz="1050">
                <a:solidFill>
                  <a:srgbClr val="202020"/>
                </a:solidFill>
                <a:latin typeface="Segoe UI"/>
              </a:rPr>
              <a:t>Development</a:t>
            </a:r>
          </a:p>
        </p:txBody>
      </p:sp>
      <p:sp>
        <p:nvSpPr>
          <p:cNvPr id="12" name="Oval 11"/>
          <p:cNvSpPr/>
          <p:nvPr/>
        </p:nvSpPr>
        <p:spPr>
          <a:xfrm>
            <a:off x="3319272" y="3150108"/>
            <a:ext cx="128016" cy="128016"/>
          </a:xfrm>
          <a:prstGeom prst="ellipse">
            <a:avLst/>
          </a:prstGeom>
          <a:solidFill>
            <a:srgbClr val="FFB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3200400" y="3429000"/>
            <a:ext cx="1371600" cy="301752"/>
          </a:xfrm>
          <a:prstGeom prst="roundRect">
            <a:avLst>
              <a:gd name="adj" fmla="val 50000"/>
            </a:avLst>
          </a:prstGeom>
          <a:solidFill>
            <a:srgbClr val="FFFFFF"/>
          </a:solidFill>
          <a:ln w="9525">
            <a:solidFill>
              <a:srgbClr val="E2E2E2"/>
            </a:solidFill>
          </a:ln>
          <a:effectLst/>
        </p:spPr>
        <p:style>
          <a:lnRef idx="1">
            <a:schemeClr val="accent1"/>
          </a:lnRef>
          <a:fillRef idx="3">
            <a:schemeClr val="accent1"/>
          </a:fillRef>
          <a:effectRef idx="2">
            <a:schemeClr val="accent1"/>
          </a:effectRef>
          <a:fontRef idx="minor">
            <a:schemeClr val="lt1"/>
          </a:fontRef>
        </p:style>
        <p:txBody>
          <a:bodyPr wrap="none" lIns="329184" tIns="0" rIns="45720" bIns="0" rtlCol="0" anchor="ctr"/>
          <a:lstStyle/>
          <a:p>
            <a:pPr algn="l"/>
            <a:r>
              <a:rPr sz="1050">
                <a:solidFill>
                  <a:srgbClr val="202020"/>
                </a:solidFill>
                <a:latin typeface="Segoe UI"/>
              </a:rPr>
              <a:t>Infrastructure</a:t>
            </a:r>
          </a:p>
        </p:txBody>
      </p:sp>
      <p:sp>
        <p:nvSpPr>
          <p:cNvPr id="14" name="Oval 13"/>
          <p:cNvSpPr/>
          <p:nvPr/>
        </p:nvSpPr>
        <p:spPr>
          <a:xfrm>
            <a:off x="3319272" y="3515868"/>
            <a:ext cx="128016" cy="128016"/>
          </a:xfrm>
          <a:prstGeom prst="ellipse">
            <a:avLst/>
          </a:prstGeom>
          <a:solidFill>
            <a:srgbClr val="FFB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3200400" y="3794760"/>
            <a:ext cx="1371600" cy="301752"/>
          </a:xfrm>
          <a:prstGeom prst="roundRect">
            <a:avLst>
              <a:gd name="adj" fmla="val 50000"/>
            </a:avLst>
          </a:prstGeom>
          <a:solidFill>
            <a:srgbClr val="FFFFFF"/>
          </a:solidFill>
          <a:ln w="9525">
            <a:solidFill>
              <a:srgbClr val="E2E2E2"/>
            </a:solidFill>
          </a:ln>
          <a:effectLst/>
        </p:spPr>
        <p:style>
          <a:lnRef idx="1">
            <a:schemeClr val="accent1"/>
          </a:lnRef>
          <a:fillRef idx="3">
            <a:schemeClr val="accent1"/>
          </a:fillRef>
          <a:effectRef idx="2">
            <a:schemeClr val="accent1"/>
          </a:effectRef>
          <a:fontRef idx="minor">
            <a:schemeClr val="lt1"/>
          </a:fontRef>
        </p:style>
        <p:txBody>
          <a:bodyPr wrap="none" lIns="329184" tIns="0" rIns="45720" bIns="0" rtlCol="0" anchor="ctr"/>
          <a:lstStyle/>
          <a:p>
            <a:pPr algn="l"/>
            <a:r>
              <a:rPr sz="1050">
                <a:solidFill>
                  <a:srgbClr val="202020"/>
                </a:solidFill>
                <a:latin typeface="Segoe UI"/>
              </a:rPr>
              <a:t>Users</a:t>
            </a:r>
          </a:p>
        </p:txBody>
      </p:sp>
      <p:sp>
        <p:nvSpPr>
          <p:cNvPr id="16" name="Oval 15"/>
          <p:cNvSpPr/>
          <p:nvPr/>
        </p:nvSpPr>
        <p:spPr>
          <a:xfrm>
            <a:off x="3319272" y="3881628"/>
            <a:ext cx="128016" cy="128016"/>
          </a:xfrm>
          <a:prstGeom prst="ellipse">
            <a:avLst/>
          </a:prstGeom>
          <a:solidFill>
            <a:srgbClr val="21A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6812280" y="4617720"/>
            <a:ext cx="1371600" cy="301752"/>
          </a:xfrm>
          <a:prstGeom prst="roundRect">
            <a:avLst>
              <a:gd name="adj" fmla="val 50000"/>
            </a:avLst>
          </a:prstGeom>
          <a:solidFill>
            <a:srgbClr val="FFFFFF"/>
          </a:solidFill>
          <a:ln w="9525">
            <a:solidFill>
              <a:srgbClr val="E2E2E2"/>
            </a:solidFill>
          </a:ln>
          <a:effectLst/>
        </p:spPr>
        <p:style>
          <a:lnRef idx="1">
            <a:schemeClr val="accent1"/>
          </a:lnRef>
          <a:fillRef idx="3">
            <a:schemeClr val="accent1"/>
          </a:fillRef>
          <a:effectRef idx="2">
            <a:schemeClr val="accent1"/>
          </a:effectRef>
          <a:fontRef idx="minor">
            <a:schemeClr val="lt1"/>
          </a:fontRef>
        </p:style>
        <p:txBody>
          <a:bodyPr wrap="none" lIns="329184" tIns="0" rIns="45720" bIns="0" rtlCol="0" anchor="ctr"/>
          <a:lstStyle/>
          <a:p>
            <a:pPr algn="l"/>
            <a:r>
              <a:rPr sz="1050">
                <a:solidFill>
                  <a:srgbClr val="202020"/>
                </a:solidFill>
                <a:latin typeface="Segoe UI"/>
              </a:rPr>
              <a:t>Benefits</a:t>
            </a:r>
          </a:p>
        </p:txBody>
      </p:sp>
      <p:sp>
        <p:nvSpPr>
          <p:cNvPr id="18" name="Oval 17"/>
          <p:cNvSpPr/>
          <p:nvPr/>
        </p:nvSpPr>
        <p:spPr>
          <a:xfrm>
            <a:off x="6931152" y="4704588"/>
            <a:ext cx="128016" cy="128016"/>
          </a:xfrm>
          <a:prstGeom prst="ellipse">
            <a:avLst/>
          </a:prstGeom>
          <a:solidFill>
            <a:srgbClr val="FFB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6812280" y="4983480"/>
            <a:ext cx="1371600" cy="301752"/>
          </a:xfrm>
          <a:prstGeom prst="roundRect">
            <a:avLst>
              <a:gd name="adj" fmla="val 50000"/>
            </a:avLst>
          </a:prstGeom>
          <a:solidFill>
            <a:srgbClr val="FFFFFF"/>
          </a:solidFill>
          <a:ln w="9525">
            <a:solidFill>
              <a:srgbClr val="E2E2E2"/>
            </a:solidFill>
          </a:ln>
          <a:effectLst/>
        </p:spPr>
        <p:style>
          <a:lnRef idx="1">
            <a:schemeClr val="accent1"/>
          </a:lnRef>
          <a:fillRef idx="3">
            <a:schemeClr val="accent1"/>
          </a:fillRef>
          <a:effectRef idx="2">
            <a:schemeClr val="accent1"/>
          </a:effectRef>
          <a:fontRef idx="minor">
            <a:schemeClr val="lt1"/>
          </a:fontRef>
        </p:style>
        <p:txBody>
          <a:bodyPr wrap="none" lIns="329184" tIns="0" rIns="45720" bIns="0" rtlCol="0" anchor="ctr"/>
          <a:lstStyle/>
          <a:p>
            <a:pPr algn="l"/>
            <a:r>
              <a:rPr sz="1050">
                <a:solidFill>
                  <a:srgbClr val="202020"/>
                </a:solidFill>
                <a:latin typeface="Segoe UI"/>
              </a:rPr>
              <a:t>Governance</a:t>
            </a:r>
          </a:p>
        </p:txBody>
      </p:sp>
      <p:sp>
        <p:nvSpPr>
          <p:cNvPr id="20" name="Oval 19"/>
          <p:cNvSpPr/>
          <p:nvPr/>
        </p:nvSpPr>
        <p:spPr>
          <a:xfrm>
            <a:off x="6931152" y="5070348"/>
            <a:ext cx="128016" cy="128016"/>
          </a:xfrm>
          <a:prstGeom prst="ellipse">
            <a:avLst/>
          </a:prstGeom>
          <a:solidFill>
            <a:srgbClr val="FFB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6812280" y="5349240"/>
            <a:ext cx="1371600" cy="301752"/>
          </a:xfrm>
          <a:prstGeom prst="roundRect">
            <a:avLst>
              <a:gd name="adj" fmla="val 50000"/>
            </a:avLst>
          </a:prstGeom>
          <a:solidFill>
            <a:srgbClr val="FFFFFF"/>
          </a:solidFill>
          <a:ln w="9525">
            <a:solidFill>
              <a:srgbClr val="E2E2E2"/>
            </a:solidFill>
          </a:ln>
          <a:effectLst/>
        </p:spPr>
        <p:style>
          <a:lnRef idx="1">
            <a:schemeClr val="accent1"/>
          </a:lnRef>
          <a:fillRef idx="3">
            <a:schemeClr val="accent1"/>
          </a:fillRef>
          <a:effectRef idx="2">
            <a:schemeClr val="accent1"/>
          </a:effectRef>
          <a:fontRef idx="minor">
            <a:schemeClr val="lt1"/>
          </a:fontRef>
        </p:style>
        <p:txBody>
          <a:bodyPr wrap="none" lIns="329184" tIns="0" rIns="45720" bIns="0" rtlCol="0" anchor="ctr"/>
          <a:lstStyle/>
          <a:p>
            <a:pPr algn="l"/>
            <a:r>
              <a:rPr sz="1050">
                <a:solidFill>
                  <a:srgbClr val="202020"/>
                </a:solidFill>
                <a:latin typeface="Segoe UI"/>
              </a:rPr>
              <a:t>Development</a:t>
            </a:r>
          </a:p>
        </p:txBody>
      </p:sp>
      <p:sp>
        <p:nvSpPr>
          <p:cNvPr id="22" name="Oval 21"/>
          <p:cNvSpPr/>
          <p:nvPr/>
        </p:nvSpPr>
        <p:spPr>
          <a:xfrm>
            <a:off x="6931152" y="5436107"/>
            <a:ext cx="128016" cy="128016"/>
          </a:xfrm>
          <a:prstGeom prst="ellipse">
            <a:avLst/>
          </a:prstGeom>
          <a:solidFill>
            <a:srgbClr val="FFB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6812280" y="5715000"/>
            <a:ext cx="1371600" cy="301752"/>
          </a:xfrm>
          <a:prstGeom prst="roundRect">
            <a:avLst>
              <a:gd name="adj" fmla="val 50000"/>
            </a:avLst>
          </a:prstGeom>
          <a:solidFill>
            <a:srgbClr val="FFFFFF"/>
          </a:solidFill>
          <a:ln w="9525">
            <a:solidFill>
              <a:srgbClr val="E2E2E2"/>
            </a:solidFill>
          </a:ln>
          <a:effectLst/>
        </p:spPr>
        <p:style>
          <a:lnRef idx="1">
            <a:schemeClr val="accent1"/>
          </a:lnRef>
          <a:fillRef idx="3">
            <a:schemeClr val="accent1"/>
          </a:fillRef>
          <a:effectRef idx="2">
            <a:schemeClr val="accent1"/>
          </a:effectRef>
          <a:fontRef idx="minor">
            <a:schemeClr val="lt1"/>
          </a:fontRef>
        </p:style>
        <p:txBody>
          <a:bodyPr wrap="none" lIns="329184" tIns="0" rIns="45720" bIns="0" rtlCol="0" anchor="ctr"/>
          <a:lstStyle/>
          <a:p>
            <a:pPr algn="l"/>
            <a:r>
              <a:rPr sz="1050">
                <a:solidFill>
                  <a:srgbClr val="202020"/>
                </a:solidFill>
                <a:latin typeface="Segoe UI"/>
              </a:rPr>
              <a:t>Infrastructure</a:t>
            </a:r>
          </a:p>
        </p:txBody>
      </p:sp>
      <p:sp>
        <p:nvSpPr>
          <p:cNvPr id="24" name="Oval 23"/>
          <p:cNvSpPr/>
          <p:nvPr/>
        </p:nvSpPr>
        <p:spPr>
          <a:xfrm>
            <a:off x="6931152" y="5801868"/>
            <a:ext cx="128016" cy="128016"/>
          </a:xfrm>
          <a:prstGeom prst="ellipse">
            <a:avLst/>
          </a:prstGeom>
          <a:solidFill>
            <a:srgbClr val="FFB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6812280" y="6080760"/>
            <a:ext cx="1371600" cy="301752"/>
          </a:xfrm>
          <a:prstGeom prst="roundRect">
            <a:avLst>
              <a:gd name="adj" fmla="val 50000"/>
            </a:avLst>
          </a:prstGeom>
          <a:solidFill>
            <a:srgbClr val="FFFFFF"/>
          </a:solidFill>
          <a:ln w="9525">
            <a:solidFill>
              <a:srgbClr val="E2E2E2"/>
            </a:solidFill>
          </a:ln>
          <a:effectLst/>
        </p:spPr>
        <p:style>
          <a:lnRef idx="1">
            <a:schemeClr val="accent1"/>
          </a:lnRef>
          <a:fillRef idx="3">
            <a:schemeClr val="accent1"/>
          </a:fillRef>
          <a:effectRef idx="2">
            <a:schemeClr val="accent1"/>
          </a:effectRef>
          <a:fontRef idx="minor">
            <a:schemeClr val="lt1"/>
          </a:fontRef>
        </p:style>
        <p:txBody>
          <a:bodyPr wrap="none" lIns="329184" tIns="0" rIns="45720" bIns="0" rtlCol="0" anchor="ctr"/>
          <a:lstStyle/>
          <a:p>
            <a:pPr algn="l"/>
            <a:r>
              <a:rPr sz="1050">
                <a:solidFill>
                  <a:srgbClr val="202020"/>
                </a:solidFill>
                <a:latin typeface="Segoe UI"/>
              </a:rPr>
              <a:t>Users</a:t>
            </a:r>
          </a:p>
        </p:txBody>
      </p:sp>
      <p:sp>
        <p:nvSpPr>
          <p:cNvPr id="26" name="Oval 25"/>
          <p:cNvSpPr/>
          <p:nvPr/>
        </p:nvSpPr>
        <p:spPr>
          <a:xfrm>
            <a:off x="6931152" y="6167628"/>
            <a:ext cx="128016" cy="128016"/>
          </a:xfrm>
          <a:prstGeom prst="ellipse">
            <a:avLst/>
          </a:prstGeom>
          <a:solidFill>
            <a:srgbClr val="21A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6"/>
          <p:cNvSpPr/>
          <p:nvPr/>
        </p:nvSpPr>
        <p:spPr>
          <a:xfrm>
            <a:off x="8860537" y="4174236"/>
            <a:ext cx="1371600" cy="301752"/>
          </a:xfrm>
          <a:prstGeom prst="roundRect">
            <a:avLst>
              <a:gd name="adj" fmla="val 50000"/>
            </a:avLst>
          </a:prstGeom>
          <a:solidFill>
            <a:srgbClr val="FFFFFF"/>
          </a:solidFill>
          <a:ln w="9525">
            <a:solidFill>
              <a:srgbClr val="E2E2E2"/>
            </a:solidFill>
          </a:ln>
          <a:effectLst/>
        </p:spPr>
        <p:style>
          <a:lnRef idx="1">
            <a:schemeClr val="accent1"/>
          </a:lnRef>
          <a:fillRef idx="3">
            <a:schemeClr val="accent1"/>
          </a:fillRef>
          <a:effectRef idx="2">
            <a:schemeClr val="accent1"/>
          </a:effectRef>
          <a:fontRef idx="minor">
            <a:schemeClr val="lt1"/>
          </a:fontRef>
        </p:style>
        <p:txBody>
          <a:bodyPr wrap="none" lIns="329184" tIns="0" rIns="45720" bIns="0" rtlCol="0" anchor="ctr"/>
          <a:lstStyle/>
          <a:p>
            <a:pPr algn="l"/>
            <a:r>
              <a:rPr sz="1050">
                <a:solidFill>
                  <a:srgbClr val="202020"/>
                </a:solidFill>
                <a:latin typeface="Segoe UI"/>
              </a:rPr>
              <a:t>Benefits</a:t>
            </a:r>
          </a:p>
        </p:txBody>
      </p:sp>
      <p:sp>
        <p:nvSpPr>
          <p:cNvPr id="28" name="Oval 27"/>
          <p:cNvSpPr/>
          <p:nvPr/>
        </p:nvSpPr>
        <p:spPr>
          <a:xfrm>
            <a:off x="8979409" y="4261103"/>
            <a:ext cx="128016" cy="128016"/>
          </a:xfrm>
          <a:prstGeom prst="ellipse">
            <a:avLst/>
          </a:prstGeom>
          <a:solidFill>
            <a:srgbClr val="21A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ounded Rectangle 28"/>
          <p:cNvSpPr/>
          <p:nvPr/>
        </p:nvSpPr>
        <p:spPr>
          <a:xfrm>
            <a:off x="8860537" y="4539996"/>
            <a:ext cx="1371600" cy="301752"/>
          </a:xfrm>
          <a:prstGeom prst="roundRect">
            <a:avLst>
              <a:gd name="adj" fmla="val 50000"/>
            </a:avLst>
          </a:prstGeom>
          <a:solidFill>
            <a:srgbClr val="FFFFFF"/>
          </a:solidFill>
          <a:ln w="9525">
            <a:solidFill>
              <a:srgbClr val="E2E2E2"/>
            </a:solidFill>
          </a:ln>
          <a:effectLst/>
        </p:spPr>
        <p:style>
          <a:lnRef idx="1">
            <a:schemeClr val="accent1"/>
          </a:lnRef>
          <a:fillRef idx="3">
            <a:schemeClr val="accent1"/>
          </a:fillRef>
          <a:effectRef idx="2">
            <a:schemeClr val="accent1"/>
          </a:effectRef>
          <a:fontRef idx="minor">
            <a:schemeClr val="lt1"/>
          </a:fontRef>
        </p:style>
        <p:txBody>
          <a:bodyPr wrap="none" lIns="329184" tIns="0" rIns="45720" bIns="0" rtlCol="0" anchor="ctr"/>
          <a:lstStyle/>
          <a:p>
            <a:pPr algn="l"/>
            <a:r>
              <a:rPr sz="1050">
                <a:solidFill>
                  <a:srgbClr val="202020"/>
                </a:solidFill>
                <a:latin typeface="Segoe UI"/>
              </a:rPr>
              <a:t>Governance</a:t>
            </a:r>
          </a:p>
        </p:txBody>
      </p:sp>
      <p:sp>
        <p:nvSpPr>
          <p:cNvPr id="30" name="Oval 29"/>
          <p:cNvSpPr/>
          <p:nvPr/>
        </p:nvSpPr>
        <p:spPr>
          <a:xfrm>
            <a:off x="8979409" y="4626864"/>
            <a:ext cx="128016" cy="128016"/>
          </a:xfrm>
          <a:prstGeom prst="ellipse">
            <a:avLst/>
          </a:prstGeom>
          <a:solidFill>
            <a:srgbClr val="FFB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ounded Rectangle 30"/>
          <p:cNvSpPr/>
          <p:nvPr/>
        </p:nvSpPr>
        <p:spPr>
          <a:xfrm>
            <a:off x="8860537" y="4905756"/>
            <a:ext cx="1371600" cy="301752"/>
          </a:xfrm>
          <a:prstGeom prst="roundRect">
            <a:avLst>
              <a:gd name="adj" fmla="val 50000"/>
            </a:avLst>
          </a:prstGeom>
          <a:solidFill>
            <a:srgbClr val="FFFFFF"/>
          </a:solidFill>
          <a:ln w="9525">
            <a:solidFill>
              <a:srgbClr val="E2E2E2"/>
            </a:solidFill>
          </a:ln>
          <a:effectLst/>
        </p:spPr>
        <p:style>
          <a:lnRef idx="1">
            <a:schemeClr val="accent1"/>
          </a:lnRef>
          <a:fillRef idx="3">
            <a:schemeClr val="accent1"/>
          </a:fillRef>
          <a:effectRef idx="2">
            <a:schemeClr val="accent1"/>
          </a:effectRef>
          <a:fontRef idx="minor">
            <a:schemeClr val="lt1"/>
          </a:fontRef>
        </p:style>
        <p:txBody>
          <a:bodyPr wrap="none" lIns="329184" tIns="0" rIns="45720" bIns="0" rtlCol="0" anchor="ctr"/>
          <a:lstStyle/>
          <a:p>
            <a:pPr algn="l"/>
            <a:r>
              <a:rPr sz="1050">
                <a:solidFill>
                  <a:srgbClr val="202020"/>
                </a:solidFill>
                <a:latin typeface="Segoe UI"/>
              </a:rPr>
              <a:t>Development</a:t>
            </a:r>
          </a:p>
        </p:txBody>
      </p:sp>
      <p:sp>
        <p:nvSpPr>
          <p:cNvPr id="32" name="Oval 31"/>
          <p:cNvSpPr/>
          <p:nvPr/>
        </p:nvSpPr>
        <p:spPr>
          <a:xfrm>
            <a:off x="8979409" y="4992623"/>
            <a:ext cx="128016" cy="128016"/>
          </a:xfrm>
          <a:prstGeom prst="ellipse">
            <a:avLst/>
          </a:prstGeom>
          <a:solidFill>
            <a:srgbClr val="FFB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ounded Rectangle 32"/>
          <p:cNvSpPr/>
          <p:nvPr/>
        </p:nvSpPr>
        <p:spPr>
          <a:xfrm>
            <a:off x="8860537" y="5271516"/>
            <a:ext cx="1371600" cy="301752"/>
          </a:xfrm>
          <a:prstGeom prst="roundRect">
            <a:avLst>
              <a:gd name="adj" fmla="val 50000"/>
            </a:avLst>
          </a:prstGeom>
          <a:solidFill>
            <a:srgbClr val="FFFFFF"/>
          </a:solidFill>
          <a:ln w="9525">
            <a:solidFill>
              <a:srgbClr val="E2E2E2"/>
            </a:solidFill>
          </a:ln>
          <a:effectLst/>
        </p:spPr>
        <p:style>
          <a:lnRef idx="1">
            <a:schemeClr val="accent1"/>
          </a:lnRef>
          <a:fillRef idx="3">
            <a:schemeClr val="accent1"/>
          </a:fillRef>
          <a:effectRef idx="2">
            <a:schemeClr val="accent1"/>
          </a:effectRef>
          <a:fontRef idx="minor">
            <a:schemeClr val="lt1"/>
          </a:fontRef>
        </p:style>
        <p:txBody>
          <a:bodyPr wrap="none" lIns="329184" tIns="0" rIns="45720" bIns="0" rtlCol="0" anchor="ctr"/>
          <a:lstStyle/>
          <a:p>
            <a:pPr algn="l"/>
            <a:r>
              <a:rPr sz="1050">
                <a:solidFill>
                  <a:srgbClr val="202020"/>
                </a:solidFill>
                <a:latin typeface="Segoe UI"/>
              </a:rPr>
              <a:t>Infrastructure</a:t>
            </a:r>
          </a:p>
        </p:txBody>
      </p:sp>
      <p:sp>
        <p:nvSpPr>
          <p:cNvPr id="34" name="Oval 33"/>
          <p:cNvSpPr/>
          <p:nvPr/>
        </p:nvSpPr>
        <p:spPr>
          <a:xfrm>
            <a:off x="8979409" y="5358384"/>
            <a:ext cx="128016" cy="128016"/>
          </a:xfrm>
          <a:prstGeom prst="ellipse">
            <a:avLst/>
          </a:prstGeom>
          <a:solidFill>
            <a:srgbClr val="21A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ounded Rectangle 34"/>
          <p:cNvSpPr/>
          <p:nvPr/>
        </p:nvSpPr>
        <p:spPr>
          <a:xfrm>
            <a:off x="8860537" y="5637276"/>
            <a:ext cx="1371600" cy="301752"/>
          </a:xfrm>
          <a:prstGeom prst="roundRect">
            <a:avLst>
              <a:gd name="adj" fmla="val 50000"/>
            </a:avLst>
          </a:prstGeom>
          <a:solidFill>
            <a:srgbClr val="FFFFFF"/>
          </a:solidFill>
          <a:ln w="9525">
            <a:solidFill>
              <a:srgbClr val="E2E2E2"/>
            </a:solidFill>
          </a:ln>
          <a:effectLst/>
        </p:spPr>
        <p:style>
          <a:lnRef idx="1">
            <a:schemeClr val="accent1"/>
          </a:lnRef>
          <a:fillRef idx="3">
            <a:schemeClr val="accent1"/>
          </a:fillRef>
          <a:effectRef idx="2">
            <a:schemeClr val="accent1"/>
          </a:effectRef>
          <a:fontRef idx="minor">
            <a:schemeClr val="lt1"/>
          </a:fontRef>
        </p:style>
        <p:txBody>
          <a:bodyPr wrap="none" lIns="329184" tIns="0" rIns="45720" bIns="0" rtlCol="0" anchor="ctr"/>
          <a:lstStyle/>
          <a:p>
            <a:pPr algn="l"/>
            <a:r>
              <a:rPr sz="1050">
                <a:solidFill>
                  <a:srgbClr val="202020"/>
                </a:solidFill>
                <a:latin typeface="Segoe UI"/>
              </a:rPr>
              <a:t>Users</a:t>
            </a:r>
          </a:p>
        </p:txBody>
      </p:sp>
      <p:sp>
        <p:nvSpPr>
          <p:cNvPr id="36" name="Oval 35"/>
          <p:cNvSpPr/>
          <p:nvPr/>
        </p:nvSpPr>
        <p:spPr>
          <a:xfrm>
            <a:off x="8979409" y="5724144"/>
            <a:ext cx="128016" cy="128016"/>
          </a:xfrm>
          <a:prstGeom prst="ellipse">
            <a:avLst/>
          </a:prstGeom>
          <a:solidFill>
            <a:srgbClr val="21A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ounded Rectangle 36"/>
          <p:cNvSpPr/>
          <p:nvPr/>
        </p:nvSpPr>
        <p:spPr>
          <a:xfrm>
            <a:off x="10442448" y="2560320"/>
            <a:ext cx="1234440" cy="301752"/>
          </a:xfrm>
          <a:prstGeom prst="roundRect">
            <a:avLst>
              <a:gd name="adj" fmla="val 50000"/>
            </a:avLst>
          </a:prstGeom>
          <a:solidFill>
            <a:srgbClr val="FFFFFF"/>
          </a:solidFill>
          <a:ln w="9525">
            <a:solidFill>
              <a:srgbClr val="E2E2E2"/>
            </a:solidFill>
          </a:ln>
          <a:effectLst/>
        </p:spPr>
        <p:style>
          <a:lnRef idx="1">
            <a:schemeClr val="accent1"/>
          </a:lnRef>
          <a:fillRef idx="3">
            <a:schemeClr val="accent1"/>
          </a:fillRef>
          <a:effectRef idx="2">
            <a:schemeClr val="accent1"/>
          </a:effectRef>
          <a:fontRef idx="minor">
            <a:schemeClr val="lt1"/>
          </a:fontRef>
        </p:style>
        <p:txBody>
          <a:bodyPr wrap="none" lIns="329184" tIns="0" rIns="45720" bIns="0" rtlCol="0" anchor="ctr"/>
          <a:lstStyle/>
          <a:p>
            <a:pPr algn="l"/>
            <a:r>
              <a:rPr sz="1050">
                <a:solidFill>
                  <a:srgbClr val="202020"/>
                </a:solidFill>
                <a:latin typeface="Segoe UI"/>
              </a:rPr>
              <a:t>Benefits</a:t>
            </a:r>
          </a:p>
        </p:txBody>
      </p:sp>
      <p:sp>
        <p:nvSpPr>
          <p:cNvPr id="38" name="Oval 37"/>
          <p:cNvSpPr/>
          <p:nvPr/>
        </p:nvSpPr>
        <p:spPr>
          <a:xfrm>
            <a:off x="10561320" y="2647188"/>
            <a:ext cx="128016" cy="128016"/>
          </a:xfrm>
          <a:prstGeom prst="ellipse">
            <a:avLst/>
          </a:prstGeom>
          <a:solidFill>
            <a:srgbClr val="21A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ounded Rectangle 38"/>
          <p:cNvSpPr/>
          <p:nvPr/>
        </p:nvSpPr>
        <p:spPr>
          <a:xfrm>
            <a:off x="10442448" y="2926079"/>
            <a:ext cx="1234440" cy="301752"/>
          </a:xfrm>
          <a:prstGeom prst="roundRect">
            <a:avLst>
              <a:gd name="adj" fmla="val 50000"/>
            </a:avLst>
          </a:prstGeom>
          <a:solidFill>
            <a:srgbClr val="FFFFFF"/>
          </a:solidFill>
          <a:ln w="9525">
            <a:solidFill>
              <a:srgbClr val="E2E2E2"/>
            </a:solidFill>
          </a:ln>
          <a:effectLst/>
        </p:spPr>
        <p:style>
          <a:lnRef idx="1">
            <a:schemeClr val="accent1"/>
          </a:lnRef>
          <a:fillRef idx="3">
            <a:schemeClr val="accent1"/>
          </a:fillRef>
          <a:effectRef idx="2">
            <a:schemeClr val="accent1"/>
          </a:effectRef>
          <a:fontRef idx="minor">
            <a:schemeClr val="lt1"/>
          </a:fontRef>
        </p:style>
        <p:txBody>
          <a:bodyPr wrap="none" lIns="329184" tIns="0" rIns="45720" bIns="0" rtlCol="0" anchor="ctr"/>
          <a:lstStyle/>
          <a:p>
            <a:pPr algn="l"/>
            <a:r>
              <a:rPr sz="1050">
                <a:solidFill>
                  <a:srgbClr val="202020"/>
                </a:solidFill>
                <a:latin typeface="Segoe UI"/>
              </a:rPr>
              <a:t>Governance</a:t>
            </a:r>
          </a:p>
        </p:txBody>
      </p:sp>
      <p:sp>
        <p:nvSpPr>
          <p:cNvPr id="40" name="Oval 39"/>
          <p:cNvSpPr/>
          <p:nvPr/>
        </p:nvSpPr>
        <p:spPr>
          <a:xfrm>
            <a:off x="10561320" y="3012948"/>
            <a:ext cx="128016" cy="128016"/>
          </a:xfrm>
          <a:prstGeom prst="ellipse">
            <a:avLst/>
          </a:prstGeom>
          <a:solidFill>
            <a:srgbClr val="21A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ounded Rectangle 40"/>
          <p:cNvSpPr/>
          <p:nvPr/>
        </p:nvSpPr>
        <p:spPr>
          <a:xfrm>
            <a:off x="10442448" y="3291839"/>
            <a:ext cx="1234440" cy="301752"/>
          </a:xfrm>
          <a:prstGeom prst="roundRect">
            <a:avLst>
              <a:gd name="adj" fmla="val 50000"/>
            </a:avLst>
          </a:prstGeom>
          <a:solidFill>
            <a:srgbClr val="FFFFFF"/>
          </a:solidFill>
          <a:ln w="9525">
            <a:solidFill>
              <a:srgbClr val="E2E2E2"/>
            </a:solidFill>
          </a:ln>
          <a:effectLst/>
        </p:spPr>
        <p:style>
          <a:lnRef idx="1">
            <a:schemeClr val="accent1"/>
          </a:lnRef>
          <a:fillRef idx="3">
            <a:schemeClr val="accent1"/>
          </a:fillRef>
          <a:effectRef idx="2">
            <a:schemeClr val="accent1"/>
          </a:effectRef>
          <a:fontRef idx="minor">
            <a:schemeClr val="lt1"/>
          </a:fontRef>
        </p:style>
        <p:txBody>
          <a:bodyPr wrap="none" lIns="329184" tIns="0" rIns="45720" bIns="0" rtlCol="0" anchor="ctr"/>
          <a:lstStyle/>
          <a:p>
            <a:pPr algn="l"/>
            <a:r>
              <a:rPr sz="1050">
                <a:solidFill>
                  <a:srgbClr val="202020"/>
                </a:solidFill>
                <a:latin typeface="Segoe UI"/>
              </a:rPr>
              <a:t>Development</a:t>
            </a:r>
          </a:p>
        </p:txBody>
      </p:sp>
      <p:sp>
        <p:nvSpPr>
          <p:cNvPr id="42" name="Oval 41"/>
          <p:cNvSpPr/>
          <p:nvPr/>
        </p:nvSpPr>
        <p:spPr>
          <a:xfrm>
            <a:off x="10561320" y="3378708"/>
            <a:ext cx="128016" cy="128016"/>
          </a:xfrm>
          <a:prstGeom prst="ellipse">
            <a:avLst/>
          </a:prstGeom>
          <a:solidFill>
            <a:srgbClr val="21A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ounded Rectangle 42"/>
          <p:cNvSpPr/>
          <p:nvPr/>
        </p:nvSpPr>
        <p:spPr>
          <a:xfrm>
            <a:off x="10442448" y="3657600"/>
            <a:ext cx="1234440" cy="301752"/>
          </a:xfrm>
          <a:prstGeom prst="roundRect">
            <a:avLst>
              <a:gd name="adj" fmla="val 50000"/>
            </a:avLst>
          </a:prstGeom>
          <a:solidFill>
            <a:srgbClr val="FFFFFF"/>
          </a:solidFill>
          <a:ln w="9525">
            <a:solidFill>
              <a:srgbClr val="E2E2E2"/>
            </a:solidFill>
          </a:ln>
          <a:effectLst/>
        </p:spPr>
        <p:style>
          <a:lnRef idx="1">
            <a:schemeClr val="accent1"/>
          </a:lnRef>
          <a:fillRef idx="3">
            <a:schemeClr val="accent1"/>
          </a:fillRef>
          <a:effectRef idx="2">
            <a:schemeClr val="accent1"/>
          </a:effectRef>
          <a:fontRef idx="minor">
            <a:schemeClr val="lt1"/>
          </a:fontRef>
        </p:style>
        <p:txBody>
          <a:bodyPr wrap="none" lIns="329184" tIns="0" rIns="45720" bIns="0" rtlCol="0" anchor="ctr"/>
          <a:lstStyle/>
          <a:p>
            <a:pPr algn="l"/>
            <a:r>
              <a:rPr sz="1050">
                <a:solidFill>
                  <a:srgbClr val="202020"/>
                </a:solidFill>
                <a:latin typeface="Segoe UI"/>
              </a:rPr>
              <a:t>Infrastructure</a:t>
            </a:r>
          </a:p>
        </p:txBody>
      </p:sp>
      <p:sp>
        <p:nvSpPr>
          <p:cNvPr id="44" name="Oval 43"/>
          <p:cNvSpPr/>
          <p:nvPr/>
        </p:nvSpPr>
        <p:spPr>
          <a:xfrm>
            <a:off x="10561320" y="3744468"/>
            <a:ext cx="128016" cy="128016"/>
          </a:xfrm>
          <a:prstGeom prst="ellipse">
            <a:avLst/>
          </a:prstGeom>
          <a:solidFill>
            <a:srgbClr val="21A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ounded Rectangle 44"/>
          <p:cNvSpPr/>
          <p:nvPr/>
        </p:nvSpPr>
        <p:spPr>
          <a:xfrm>
            <a:off x="10442448" y="4023360"/>
            <a:ext cx="1234440" cy="301752"/>
          </a:xfrm>
          <a:prstGeom prst="roundRect">
            <a:avLst>
              <a:gd name="adj" fmla="val 50000"/>
            </a:avLst>
          </a:prstGeom>
          <a:solidFill>
            <a:srgbClr val="FFFFFF"/>
          </a:solidFill>
          <a:ln w="9525">
            <a:solidFill>
              <a:srgbClr val="E2E2E2"/>
            </a:solidFill>
          </a:ln>
          <a:effectLst/>
        </p:spPr>
        <p:style>
          <a:lnRef idx="1">
            <a:schemeClr val="accent1"/>
          </a:lnRef>
          <a:fillRef idx="3">
            <a:schemeClr val="accent1"/>
          </a:fillRef>
          <a:effectRef idx="2">
            <a:schemeClr val="accent1"/>
          </a:effectRef>
          <a:fontRef idx="minor">
            <a:schemeClr val="lt1"/>
          </a:fontRef>
        </p:style>
        <p:txBody>
          <a:bodyPr wrap="none" lIns="329184" tIns="0" rIns="45720" bIns="0" rtlCol="0" anchor="ctr"/>
          <a:lstStyle/>
          <a:p>
            <a:pPr algn="l"/>
            <a:r>
              <a:rPr sz="1050">
                <a:solidFill>
                  <a:srgbClr val="202020"/>
                </a:solidFill>
                <a:latin typeface="Segoe UI"/>
              </a:rPr>
              <a:t>Users</a:t>
            </a:r>
          </a:p>
        </p:txBody>
      </p:sp>
      <p:sp>
        <p:nvSpPr>
          <p:cNvPr id="46" name="Oval 45"/>
          <p:cNvSpPr/>
          <p:nvPr/>
        </p:nvSpPr>
        <p:spPr>
          <a:xfrm>
            <a:off x="10570463" y="4115669"/>
            <a:ext cx="128016" cy="128016"/>
          </a:xfrm>
          <a:prstGeom prst="ellipse">
            <a:avLst/>
          </a:prstGeom>
          <a:solidFill>
            <a:srgbClr val="21A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Oval 46"/>
          <p:cNvSpPr/>
          <p:nvPr/>
        </p:nvSpPr>
        <p:spPr>
          <a:xfrm>
            <a:off x="1088136" y="5065776"/>
            <a:ext cx="749808" cy="749808"/>
          </a:xfrm>
          <a:prstGeom prst="ellipse">
            <a:avLst/>
          </a:prstGeom>
          <a:gradFill rotWithShape="1">
            <a:gsLst>
              <a:gs pos="0">
                <a:srgbClr val="0078D4"/>
              </a:gs>
              <a:gs pos="100000">
                <a:srgbClr val="5D52EC"/>
              </a:gs>
            </a:gsLst>
            <a:lin ang="18900000" scaled="0"/>
          </a:gra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000" b="1">
                <a:solidFill>
                  <a:srgbClr val="FFFFFF"/>
                </a:solidFill>
                <a:latin typeface="Segoe UI"/>
              </a:rPr>
              <a:t>1</a:t>
            </a:r>
          </a:p>
        </p:txBody>
      </p:sp>
      <p:sp>
        <p:nvSpPr>
          <p:cNvPr id="48" name="TextBox 47"/>
          <p:cNvSpPr txBox="1"/>
          <p:nvPr/>
        </p:nvSpPr>
        <p:spPr>
          <a:xfrm>
            <a:off x="274320" y="4617720"/>
            <a:ext cx="2377440" cy="640080"/>
          </a:xfrm>
          <a:prstGeom prst="rect">
            <a:avLst/>
          </a:prstGeom>
          <a:noFill/>
        </p:spPr>
        <p:txBody>
          <a:bodyPr wrap="square" anchor="ctr">
            <a:spAutoFit/>
          </a:bodyPr>
          <a:lstStyle/>
          <a:p>
            <a:pPr algn="ctr"/>
            <a:r>
              <a:rPr sz="1500" b="1" i="0">
                <a:solidFill>
                  <a:srgbClr val="202020"/>
                </a:solidFill>
                <a:latin typeface="Segoe UI"/>
              </a:rPr>
              <a:t>Intent</a:t>
            </a:r>
          </a:p>
        </p:txBody>
      </p:sp>
      <p:sp>
        <p:nvSpPr>
          <p:cNvPr id="49" name="Oval 48"/>
          <p:cNvSpPr/>
          <p:nvPr/>
        </p:nvSpPr>
        <p:spPr>
          <a:xfrm>
            <a:off x="3511296" y="4928616"/>
            <a:ext cx="749808" cy="749808"/>
          </a:xfrm>
          <a:prstGeom prst="ellipse">
            <a:avLst/>
          </a:prstGeom>
          <a:gradFill rotWithShape="1">
            <a:gsLst>
              <a:gs pos="0">
                <a:srgbClr val="0078D4"/>
              </a:gs>
              <a:gs pos="100000">
                <a:srgbClr val="5D52EC"/>
              </a:gs>
            </a:gsLst>
            <a:lin ang="18900000" scaled="0"/>
          </a:gra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000" b="1">
                <a:solidFill>
                  <a:srgbClr val="FFFFFF"/>
                </a:solidFill>
                <a:latin typeface="Segoe UI"/>
              </a:rPr>
              <a:t>2</a:t>
            </a:r>
          </a:p>
        </p:txBody>
      </p:sp>
      <p:sp>
        <p:nvSpPr>
          <p:cNvPr id="50" name="TextBox 49"/>
          <p:cNvSpPr txBox="1"/>
          <p:nvPr/>
        </p:nvSpPr>
        <p:spPr>
          <a:xfrm>
            <a:off x="2697480" y="4160520"/>
            <a:ext cx="2377440" cy="640080"/>
          </a:xfrm>
          <a:prstGeom prst="rect">
            <a:avLst/>
          </a:prstGeom>
          <a:noFill/>
        </p:spPr>
        <p:txBody>
          <a:bodyPr wrap="square" anchor="ctr">
            <a:spAutoFit/>
          </a:bodyPr>
          <a:lstStyle/>
          <a:p>
            <a:pPr algn="ctr"/>
            <a:r>
              <a:rPr sz="1500" b="1" i="0">
                <a:solidFill>
                  <a:srgbClr val="202020"/>
                </a:solidFill>
                <a:latin typeface="Segoe UI"/>
              </a:rPr>
              <a:t>Proof of</a:t>
            </a:r>
          </a:p>
          <a:p>
            <a:pPr algn="ctr"/>
            <a:r>
              <a:rPr sz="1500" b="1" i="0">
                <a:solidFill>
                  <a:srgbClr val="202020"/>
                </a:solidFill>
                <a:latin typeface="Segoe UI"/>
              </a:rPr>
              <a:t>Concept</a:t>
            </a:r>
          </a:p>
        </p:txBody>
      </p:sp>
      <p:sp>
        <p:nvSpPr>
          <p:cNvPr id="51" name="Oval 50"/>
          <p:cNvSpPr/>
          <p:nvPr/>
        </p:nvSpPr>
        <p:spPr>
          <a:xfrm>
            <a:off x="5824728" y="4471416"/>
            <a:ext cx="749808" cy="749808"/>
          </a:xfrm>
          <a:prstGeom prst="ellipse">
            <a:avLst/>
          </a:prstGeom>
          <a:gradFill rotWithShape="1">
            <a:gsLst>
              <a:gs pos="0">
                <a:srgbClr val="0078D4"/>
              </a:gs>
              <a:gs pos="100000">
                <a:srgbClr val="5D52EC"/>
              </a:gs>
            </a:gsLst>
            <a:lin ang="18900000" scaled="0"/>
          </a:gra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000" b="1">
                <a:solidFill>
                  <a:srgbClr val="FFFFFF"/>
                </a:solidFill>
                <a:latin typeface="Segoe UI"/>
              </a:rPr>
              <a:t>3</a:t>
            </a:r>
          </a:p>
        </p:txBody>
      </p:sp>
      <p:sp>
        <p:nvSpPr>
          <p:cNvPr id="52" name="TextBox 51"/>
          <p:cNvSpPr txBox="1"/>
          <p:nvPr/>
        </p:nvSpPr>
        <p:spPr>
          <a:xfrm>
            <a:off x="5010912" y="3703320"/>
            <a:ext cx="2377440" cy="640080"/>
          </a:xfrm>
          <a:prstGeom prst="rect">
            <a:avLst/>
          </a:prstGeom>
          <a:noFill/>
        </p:spPr>
        <p:txBody>
          <a:bodyPr wrap="square" anchor="ctr">
            <a:spAutoFit/>
          </a:bodyPr>
          <a:lstStyle/>
          <a:p>
            <a:pPr algn="ctr"/>
            <a:r>
              <a:rPr sz="1500" b="1" i="0">
                <a:solidFill>
                  <a:srgbClr val="202020"/>
                </a:solidFill>
                <a:latin typeface="Segoe UI"/>
              </a:rPr>
              <a:t>Production AI</a:t>
            </a:r>
          </a:p>
          <a:p>
            <a:pPr algn="ctr"/>
            <a:r>
              <a:rPr sz="1500" b="1" i="0">
                <a:solidFill>
                  <a:srgbClr val="202020"/>
                </a:solidFill>
                <a:latin typeface="Segoe UI"/>
              </a:rPr>
              <a:t>in Periphery</a:t>
            </a:r>
          </a:p>
        </p:txBody>
      </p:sp>
      <p:sp>
        <p:nvSpPr>
          <p:cNvPr id="53" name="Oval 52"/>
          <p:cNvSpPr/>
          <p:nvPr/>
        </p:nvSpPr>
        <p:spPr>
          <a:xfrm>
            <a:off x="8129016" y="3602735"/>
            <a:ext cx="749808" cy="749808"/>
          </a:xfrm>
          <a:prstGeom prst="ellipse">
            <a:avLst/>
          </a:prstGeom>
          <a:gradFill rotWithShape="1">
            <a:gsLst>
              <a:gs pos="0">
                <a:srgbClr val="0078D4"/>
              </a:gs>
              <a:gs pos="100000">
                <a:srgbClr val="5D52EC"/>
              </a:gs>
            </a:gsLst>
            <a:lin ang="18900000" scaled="0"/>
          </a:gra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000" b="1">
                <a:solidFill>
                  <a:srgbClr val="FFFFFF"/>
                </a:solidFill>
                <a:latin typeface="Segoe UI"/>
              </a:rPr>
              <a:t>4</a:t>
            </a:r>
          </a:p>
        </p:txBody>
      </p:sp>
      <p:sp>
        <p:nvSpPr>
          <p:cNvPr id="54" name="TextBox 53"/>
          <p:cNvSpPr txBox="1"/>
          <p:nvPr/>
        </p:nvSpPr>
        <p:spPr>
          <a:xfrm>
            <a:off x="6967728" y="2967227"/>
            <a:ext cx="2377440" cy="640080"/>
          </a:xfrm>
          <a:prstGeom prst="rect">
            <a:avLst/>
          </a:prstGeom>
          <a:noFill/>
        </p:spPr>
        <p:txBody>
          <a:bodyPr wrap="square" anchor="ctr">
            <a:spAutoFit/>
          </a:bodyPr>
          <a:lstStyle/>
          <a:p>
            <a:pPr algn="ctr"/>
            <a:r>
              <a:rPr sz="1500" b="1" i="0" dirty="0">
                <a:solidFill>
                  <a:srgbClr val="202020"/>
                </a:solidFill>
                <a:latin typeface="Segoe UI"/>
              </a:rPr>
              <a:t>Production AI in</a:t>
            </a:r>
          </a:p>
          <a:p>
            <a:pPr algn="ctr"/>
            <a:r>
              <a:rPr sz="1500" b="1" i="0" dirty="0">
                <a:solidFill>
                  <a:srgbClr val="202020"/>
                </a:solidFill>
                <a:latin typeface="Segoe UI"/>
              </a:rPr>
              <a:t>Core Processes</a:t>
            </a:r>
          </a:p>
        </p:txBody>
      </p:sp>
      <p:sp>
        <p:nvSpPr>
          <p:cNvPr id="55" name="Oval 54"/>
          <p:cNvSpPr/>
          <p:nvPr/>
        </p:nvSpPr>
        <p:spPr>
          <a:xfrm>
            <a:off x="10003536" y="1591056"/>
            <a:ext cx="749808" cy="749808"/>
          </a:xfrm>
          <a:prstGeom prst="ellipse">
            <a:avLst/>
          </a:prstGeom>
          <a:gradFill rotWithShape="1">
            <a:gsLst>
              <a:gs pos="0">
                <a:srgbClr val="0078D4"/>
              </a:gs>
              <a:gs pos="100000">
                <a:srgbClr val="5D52EC"/>
              </a:gs>
            </a:gsLst>
            <a:lin ang="18900000" scaled="0"/>
          </a:gra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000" b="1">
                <a:solidFill>
                  <a:srgbClr val="FFFFFF"/>
                </a:solidFill>
                <a:latin typeface="Segoe UI"/>
              </a:rPr>
              <a:t>5</a:t>
            </a:r>
          </a:p>
        </p:txBody>
      </p:sp>
      <p:sp>
        <p:nvSpPr>
          <p:cNvPr id="56" name="TextBox 55"/>
          <p:cNvSpPr txBox="1"/>
          <p:nvPr/>
        </p:nvSpPr>
        <p:spPr>
          <a:xfrm>
            <a:off x="10003536" y="1227582"/>
            <a:ext cx="2377440" cy="640080"/>
          </a:xfrm>
          <a:prstGeom prst="rect">
            <a:avLst/>
          </a:prstGeom>
          <a:noFill/>
        </p:spPr>
        <p:txBody>
          <a:bodyPr wrap="square" anchor="ctr">
            <a:spAutoFit/>
          </a:bodyPr>
          <a:lstStyle/>
          <a:p>
            <a:pPr algn="ctr"/>
            <a:r>
              <a:rPr sz="1500" b="1" i="0" dirty="0">
                <a:solidFill>
                  <a:srgbClr val="202020"/>
                </a:solidFill>
                <a:latin typeface="Segoe UI"/>
              </a:rPr>
              <a:t>Agentic AI</a:t>
            </a:r>
          </a:p>
          <a:p>
            <a:pPr algn="ctr"/>
            <a:r>
              <a:rPr sz="1500" b="1" i="0" dirty="0">
                <a:solidFill>
                  <a:srgbClr val="202020"/>
                </a:solidFill>
                <a:latin typeface="Segoe UI"/>
              </a:rPr>
              <a:t>Systems</a:t>
            </a:r>
          </a:p>
        </p:txBody>
      </p:sp>
      <p:cxnSp>
        <p:nvCxnSpPr>
          <p:cNvPr id="57" name="Connector 56"/>
          <p:cNvCxnSpPr/>
          <p:nvPr/>
        </p:nvCxnSpPr>
        <p:spPr>
          <a:xfrm>
            <a:off x="6309360" y="1508760"/>
            <a:ext cx="0" cy="3063240"/>
          </a:xfrm>
          <a:prstGeom prst="line">
            <a:avLst/>
          </a:prstGeom>
          <a:ln w="12700">
            <a:solidFill>
              <a:srgbClr val="BFBFBF"/>
            </a:solidFill>
            <a:prstDash val="dash"/>
          </a:ln>
        </p:spPr>
        <p:style>
          <a:lnRef idx="2">
            <a:schemeClr val="accent1"/>
          </a:lnRef>
          <a:fillRef idx="0">
            <a:schemeClr val="accent1"/>
          </a:fillRef>
          <a:effectRef idx="1">
            <a:schemeClr val="accent1"/>
          </a:effectRef>
          <a:fontRef idx="minor">
            <a:schemeClr val="tx1"/>
          </a:fontRef>
        </p:style>
      </p:cxnSp>
      <p:sp>
        <p:nvSpPr>
          <p:cNvPr id="58" name="Oval 57"/>
          <p:cNvSpPr/>
          <p:nvPr/>
        </p:nvSpPr>
        <p:spPr>
          <a:xfrm>
            <a:off x="5394960" y="1463040"/>
            <a:ext cx="457200" cy="457200"/>
          </a:xfrm>
          <a:prstGeom prst="ellipse">
            <a:avLst/>
          </a:prstGeom>
          <a:noFill/>
          <a:ln w="19050">
            <a:solidFill>
              <a:srgbClr val="0078D4"/>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0078D4"/>
                </a:solidFill>
                <a:latin typeface="Segoe UI"/>
              </a:rPr>
              <a:t>←</a:t>
            </a:r>
          </a:p>
        </p:txBody>
      </p:sp>
      <p:sp>
        <p:nvSpPr>
          <p:cNvPr id="59" name="TextBox 58"/>
          <p:cNvSpPr txBox="1"/>
          <p:nvPr/>
        </p:nvSpPr>
        <p:spPr>
          <a:xfrm>
            <a:off x="4480560" y="1984248"/>
            <a:ext cx="2286000" cy="548640"/>
          </a:xfrm>
          <a:prstGeom prst="rect">
            <a:avLst/>
          </a:prstGeom>
          <a:noFill/>
        </p:spPr>
        <p:txBody>
          <a:bodyPr wrap="square" anchor="ctr">
            <a:spAutoFit/>
          </a:bodyPr>
          <a:lstStyle/>
          <a:p>
            <a:pPr algn="ctr"/>
            <a:r>
              <a:rPr sz="1150" b="0" i="1">
                <a:solidFill>
                  <a:srgbClr val="202020"/>
                </a:solidFill>
                <a:latin typeface="Segoe UI"/>
              </a:rPr>
              <a:t>Incremental Business</a:t>
            </a:r>
          </a:p>
          <a:p>
            <a:pPr algn="ctr"/>
            <a:r>
              <a:rPr sz="1150" b="0" i="1">
                <a:solidFill>
                  <a:srgbClr val="202020"/>
                </a:solidFill>
                <a:latin typeface="Segoe UI"/>
              </a:rPr>
              <a:t>Outcomes</a:t>
            </a:r>
          </a:p>
        </p:txBody>
      </p:sp>
      <p:sp>
        <p:nvSpPr>
          <p:cNvPr id="60" name="Oval 59"/>
          <p:cNvSpPr/>
          <p:nvPr/>
        </p:nvSpPr>
        <p:spPr>
          <a:xfrm>
            <a:off x="6766560" y="1463040"/>
            <a:ext cx="457200" cy="457200"/>
          </a:xfrm>
          <a:prstGeom prst="ellipse">
            <a:avLst/>
          </a:prstGeom>
          <a:noFill/>
          <a:ln w="19050">
            <a:solidFill>
              <a:srgbClr val="D12ACA"/>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D12ACA"/>
                </a:solidFill>
                <a:latin typeface="Segoe UI"/>
              </a:rPr>
              <a:t>→</a:t>
            </a:r>
          </a:p>
        </p:txBody>
      </p:sp>
      <p:sp>
        <p:nvSpPr>
          <p:cNvPr id="61" name="TextBox 60"/>
          <p:cNvSpPr txBox="1"/>
          <p:nvPr/>
        </p:nvSpPr>
        <p:spPr>
          <a:xfrm>
            <a:off x="5852160" y="1984248"/>
            <a:ext cx="2286000" cy="548640"/>
          </a:xfrm>
          <a:prstGeom prst="rect">
            <a:avLst/>
          </a:prstGeom>
          <a:noFill/>
        </p:spPr>
        <p:txBody>
          <a:bodyPr wrap="square" anchor="ctr">
            <a:spAutoFit/>
          </a:bodyPr>
          <a:lstStyle/>
          <a:p>
            <a:pPr algn="ctr"/>
            <a:r>
              <a:rPr sz="1150" b="0" i="1">
                <a:solidFill>
                  <a:srgbClr val="202020"/>
                </a:solidFill>
                <a:latin typeface="Segoe UI"/>
              </a:rPr>
              <a:t>AI-led Business</a:t>
            </a:r>
          </a:p>
          <a:p>
            <a:pPr algn="ctr"/>
            <a:r>
              <a:rPr sz="1150" b="0" i="1">
                <a:solidFill>
                  <a:srgbClr val="202020"/>
                </a:solidFill>
                <a:latin typeface="Segoe UI"/>
              </a:rPr>
              <a:t>Transformation</a:t>
            </a:r>
          </a:p>
        </p:txBody>
      </p:sp>
    </p:spTree>
    <p:extLst>
      <p:ext uri="{BB962C8B-B14F-4D97-AF65-F5344CB8AC3E}">
        <p14:creationId xmlns:p14="http://schemas.microsoft.com/office/powerpoint/2010/main" val="30341267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615A2E3F-1B3C-F484-04A7-60D403554351}"/>
              </a:ext>
            </a:extLst>
          </p:cNvPr>
          <p:cNvSpPr/>
          <p:nvPr/>
        </p:nvSpPr>
        <p:spPr bwMode="auto">
          <a:xfrm>
            <a:off x="0" y="0"/>
            <a:ext cx="1651000" cy="6858000"/>
          </a:xfrm>
          <a:prstGeom prst="rect">
            <a:avLst/>
          </a:prstGeom>
          <a:solidFill>
            <a:srgbClr val="05016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LID4096" sz="2000" dirty="0" err="1">
              <a:solidFill>
                <a:srgbClr val="FFFFFF"/>
              </a:solidFill>
              <a:ea typeface="Segoe UI" pitchFamily="34" charset="0"/>
              <a:cs typeface="Segoe UI" pitchFamily="34" charset="0"/>
            </a:endParaRPr>
          </a:p>
        </p:txBody>
      </p:sp>
      <p:sp>
        <p:nvSpPr>
          <p:cNvPr id="9" name="TextBox 8">
            <a:extLst>
              <a:ext uri="{FF2B5EF4-FFF2-40B4-BE49-F238E27FC236}">
                <a16:creationId xmlns:a16="http://schemas.microsoft.com/office/drawing/2014/main" id="{EBDB3AEC-88C4-49FF-2C93-D3D554FEB561}"/>
              </a:ext>
            </a:extLst>
          </p:cNvPr>
          <p:cNvSpPr txBox="1"/>
          <p:nvPr/>
        </p:nvSpPr>
        <p:spPr>
          <a:xfrm>
            <a:off x="2032000" y="571500"/>
            <a:ext cx="9906000" cy="553998"/>
          </a:xfrm>
          <a:prstGeom prst="rect">
            <a:avLst/>
          </a:prstGeom>
          <a:noFill/>
        </p:spPr>
        <p:txBody>
          <a:bodyPr vert="horz" wrap="square" lIns="0" tIns="0" rIns="0" bIns="0" rtlCol="0">
            <a:spAutoFit/>
          </a:bodyPr>
          <a:lstStyle/>
          <a:p>
            <a:pPr algn="l"/>
            <a:r>
              <a:rPr lang="en-US" sz="3600" dirty="0">
                <a:solidFill>
                  <a:schemeClr val="tx2"/>
                </a:solidFill>
                <a:latin typeface="+mj-lt"/>
              </a:rPr>
              <a:t>Two Key Questions</a:t>
            </a:r>
            <a:endParaRPr lang="LID4096" sz="3600" dirty="0" err="1">
              <a:solidFill>
                <a:schemeClr val="tx2"/>
              </a:solidFill>
              <a:latin typeface="+mj-lt"/>
            </a:endParaRPr>
          </a:p>
        </p:txBody>
      </p:sp>
      <p:sp>
        <p:nvSpPr>
          <p:cNvPr id="11" name="Rectangle: Rounded Corners 10">
            <a:extLst>
              <a:ext uri="{FF2B5EF4-FFF2-40B4-BE49-F238E27FC236}">
                <a16:creationId xmlns:a16="http://schemas.microsoft.com/office/drawing/2014/main" id="{CAC4DC53-7A4E-0B4D-C327-516B2085B3CD}"/>
              </a:ext>
            </a:extLst>
          </p:cNvPr>
          <p:cNvSpPr/>
          <p:nvPr/>
        </p:nvSpPr>
        <p:spPr bwMode="auto">
          <a:xfrm>
            <a:off x="2032000" y="1841500"/>
            <a:ext cx="9799595" cy="1711068"/>
          </a:xfrm>
          <a:prstGeom prst="roundRect">
            <a:avLst/>
          </a:prstGeom>
          <a:solidFill>
            <a:schemeClr val="bg1"/>
          </a:solid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LID4096" sz="2000" dirty="0" err="1">
              <a:solidFill>
                <a:srgbClr val="FFFFFF"/>
              </a:solidFill>
              <a:ea typeface="Segoe UI" pitchFamily="34" charset="0"/>
              <a:cs typeface="Segoe UI" pitchFamily="34" charset="0"/>
            </a:endParaRPr>
          </a:p>
        </p:txBody>
      </p:sp>
      <p:sp>
        <p:nvSpPr>
          <p:cNvPr id="12" name="TextBox 11">
            <a:extLst>
              <a:ext uri="{FF2B5EF4-FFF2-40B4-BE49-F238E27FC236}">
                <a16:creationId xmlns:a16="http://schemas.microsoft.com/office/drawing/2014/main" id="{C77B70DB-0E07-FC1C-A5E4-4ECF303DCD60}"/>
              </a:ext>
            </a:extLst>
          </p:cNvPr>
          <p:cNvSpPr txBox="1"/>
          <p:nvPr/>
        </p:nvSpPr>
        <p:spPr>
          <a:xfrm>
            <a:off x="2413000" y="2260600"/>
            <a:ext cx="11430000" cy="769441"/>
          </a:xfrm>
          <a:prstGeom prst="rect">
            <a:avLst/>
          </a:prstGeom>
          <a:noFill/>
        </p:spPr>
        <p:txBody>
          <a:bodyPr vert="horz" wrap="square" lIns="0" tIns="0" rIns="0" bIns="0" rtlCol="0">
            <a:spAutoFit/>
          </a:bodyPr>
          <a:lstStyle/>
          <a:p>
            <a:pPr algn="l"/>
            <a:r>
              <a:rPr lang="en-GB" sz="2500" b="1" dirty="0">
                <a:solidFill>
                  <a:srgbClr val="2C2C2C"/>
                </a:solidFill>
                <a:latin typeface="Segoe UI" panose="020B0502040204020203" pitchFamily="34" charset="0"/>
              </a:rPr>
              <a:t>“Our POC works - how do we get to secure, repeatable </a:t>
            </a:r>
          </a:p>
          <a:p>
            <a:pPr algn="l"/>
            <a:r>
              <a:rPr lang="en-GB" sz="2500" b="1" dirty="0">
                <a:solidFill>
                  <a:srgbClr val="2C2C2C"/>
                </a:solidFill>
                <a:latin typeface="Segoe UI" panose="020B0502040204020203" pitchFamily="34" charset="0"/>
              </a:rPr>
              <a:t>production?”</a:t>
            </a:r>
            <a:endParaRPr lang="LID4096" sz="2500" b="1" dirty="0" err="1">
              <a:solidFill>
                <a:srgbClr val="2C2C2C"/>
              </a:solidFill>
              <a:latin typeface="Segoe UI" panose="020B0502040204020203" pitchFamily="34" charset="0"/>
            </a:endParaRPr>
          </a:p>
        </p:txBody>
      </p:sp>
      <p:sp>
        <p:nvSpPr>
          <p:cNvPr id="4" name="Rectangle: Rounded Corners 3">
            <a:extLst>
              <a:ext uri="{FF2B5EF4-FFF2-40B4-BE49-F238E27FC236}">
                <a16:creationId xmlns:a16="http://schemas.microsoft.com/office/drawing/2014/main" id="{58494B1C-6285-A1BF-FE88-5E97B3689C5F}"/>
              </a:ext>
            </a:extLst>
          </p:cNvPr>
          <p:cNvSpPr/>
          <p:nvPr/>
        </p:nvSpPr>
        <p:spPr bwMode="auto">
          <a:xfrm>
            <a:off x="2031999" y="4441754"/>
            <a:ext cx="9799595" cy="1711068"/>
          </a:xfrm>
          <a:prstGeom prst="roundRect">
            <a:avLst/>
          </a:prstGeom>
          <a:solidFill>
            <a:schemeClr val="bg1"/>
          </a:solid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LID4096" sz="2000" dirty="0" err="1">
              <a:solidFill>
                <a:srgbClr val="FFFFFF"/>
              </a:solidFill>
              <a:ea typeface="Segoe UI" pitchFamily="34" charset="0"/>
              <a:cs typeface="Segoe UI" pitchFamily="34" charset="0"/>
            </a:endParaRPr>
          </a:p>
        </p:txBody>
      </p:sp>
      <p:sp>
        <p:nvSpPr>
          <p:cNvPr id="3" name="TextBox 2">
            <a:extLst>
              <a:ext uri="{FF2B5EF4-FFF2-40B4-BE49-F238E27FC236}">
                <a16:creationId xmlns:a16="http://schemas.microsoft.com/office/drawing/2014/main" id="{551348F9-575B-A7D1-4DC9-87ABA113E0D0}"/>
              </a:ext>
            </a:extLst>
          </p:cNvPr>
          <p:cNvSpPr txBox="1"/>
          <p:nvPr/>
        </p:nvSpPr>
        <p:spPr>
          <a:xfrm>
            <a:off x="2242593" y="4866401"/>
            <a:ext cx="9378406" cy="861774"/>
          </a:xfrm>
          <a:prstGeom prst="rect">
            <a:avLst/>
          </a:prstGeom>
          <a:noFill/>
        </p:spPr>
        <p:txBody>
          <a:bodyPr wrap="square">
            <a:spAutoFit/>
          </a:bodyPr>
          <a:lstStyle/>
          <a:p>
            <a:pPr algn="l"/>
            <a:r>
              <a:rPr lang="en-GB" sz="2500" b="1" dirty="0">
                <a:solidFill>
                  <a:srgbClr val="2C2C2C"/>
                </a:solidFill>
                <a:latin typeface="Segoe UI" panose="020B0502040204020203" pitchFamily="34" charset="0"/>
              </a:rPr>
              <a:t>“How can we ensure consistency across departments when </a:t>
            </a:r>
          </a:p>
          <a:p>
            <a:pPr algn="l"/>
            <a:r>
              <a:rPr lang="en-GB" sz="2500" b="1" dirty="0">
                <a:solidFill>
                  <a:srgbClr val="2C2C2C"/>
                </a:solidFill>
                <a:latin typeface="Segoe UI" panose="020B0502040204020203" pitchFamily="34" charset="0"/>
              </a:rPr>
              <a:t>adopting AI?“</a:t>
            </a:r>
            <a:endParaRPr lang="LID4096" sz="2500" b="1" dirty="0" err="1">
              <a:solidFill>
                <a:srgbClr val="2C2C2C"/>
              </a:solidFill>
              <a:latin typeface="Segoe UI" panose="020B0502040204020203" pitchFamily="34" charset="0"/>
            </a:endParaRPr>
          </a:p>
        </p:txBody>
      </p:sp>
    </p:spTree>
    <p:extLst>
      <p:ext uri="{BB962C8B-B14F-4D97-AF65-F5344CB8AC3E}">
        <p14:creationId xmlns:p14="http://schemas.microsoft.com/office/powerpoint/2010/main" val="281882240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p:bldP spid="4" grpId="0" animBg="1"/>
      <p:bldP spid="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8263" y="457200"/>
            <a:ext cx="11018520" cy="553998"/>
          </a:xfrm>
        </p:spPr>
        <p:txBody>
          <a:bodyPr wrap="square" anchor="t">
            <a:normAutofit/>
          </a:bodyPr>
          <a:lstStyle/>
          <a:p>
            <a:r>
              <a:rPr dirty="0"/>
              <a:t>More questions we get from our customers and partners</a:t>
            </a:r>
          </a:p>
        </p:txBody>
      </p:sp>
      <p:graphicFrame>
        <p:nvGraphicFramePr>
          <p:cNvPr id="11" name="Text Placeholder 3">
            <a:extLst>
              <a:ext uri="{FF2B5EF4-FFF2-40B4-BE49-F238E27FC236}">
                <a16:creationId xmlns:a16="http://schemas.microsoft.com/office/drawing/2014/main" id="{9EA19321-0019-C7B8-5F89-692326924D8C}"/>
              </a:ext>
            </a:extLst>
          </p:cNvPr>
          <p:cNvGraphicFramePr/>
          <p:nvPr>
            <p:extLst>
              <p:ext uri="{D42A27DB-BD31-4B8C-83A1-F6EECF244321}">
                <p14:modId xmlns:p14="http://schemas.microsoft.com/office/powerpoint/2010/main" val="1399400706"/>
              </p:ext>
            </p:extLst>
          </p:nvPr>
        </p:nvGraphicFramePr>
        <p:xfrm>
          <a:off x="584200" y="1435100"/>
          <a:ext cx="11018838" cy="461822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D0AAE4-A3A7-9AEE-086A-9F7DC877806E}"/>
              </a:ext>
            </a:extLst>
          </p:cNvPr>
          <p:cNvSpPr>
            <a:spLocks noGrp="1"/>
          </p:cNvSpPr>
          <p:nvPr>
            <p:ph type="title"/>
          </p:nvPr>
        </p:nvSpPr>
        <p:spPr/>
        <p:txBody>
          <a:bodyPr/>
          <a:lstStyle/>
          <a:p>
            <a:r>
              <a:rPr lang="en-GB" dirty="0"/>
              <a:t>AI Adoption Framework</a:t>
            </a:r>
            <a:endParaRPr lang="LID4096" dirty="0"/>
          </a:p>
        </p:txBody>
      </p:sp>
      <p:pic>
        <p:nvPicPr>
          <p:cNvPr id="4" name="Graphic 3" descr="Diagram that shows the 6 phases of AI adoption: Strategy, Plan, Ready, Govern, Secure, Manage.">
            <a:extLst>
              <a:ext uri="{FF2B5EF4-FFF2-40B4-BE49-F238E27FC236}">
                <a16:creationId xmlns:a16="http://schemas.microsoft.com/office/drawing/2014/main" id="{F2FE5FCA-93C1-5194-FCF5-EA4848EBB7B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987972" y="2507352"/>
            <a:ext cx="10216055" cy="1977301"/>
          </a:xfrm>
          <a:prstGeom prst="rect">
            <a:avLst/>
          </a:prstGeom>
        </p:spPr>
      </p:pic>
      <p:sp>
        <p:nvSpPr>
          <p:cNvPr id="7" name="TextBox 6">
            <a:extLst>
              <a:ext uri="{FF2B5EF4-FFF2-40B4-BE49-F238E27FC236}">
                <a16:creationId xmlns:a16="http://schemas.microsoft.com/office/drawing/2014/main" id="{48518B3D-8D59-2D73-8112-967FE02C2B76}"/>
              </a:ext>
            </a:extLst>
          </p:cNvPr>
          <p:cNvSpPr txBox="1"/>
          <p:nvPr/>
        </p:nvSpPr>
        <p:spPr>
          <a:xfrm>
            <a:off x="3444765" y="4803872"/>
            <a:ext cx="6810702" cy="363946"/>
          </a:xfrm>
          <a:prstGeom prst="rect">
            <a:avLst/>
          </a:prstGeom>
          <a:noFill/>
        </p:spPr>
        <p:txBody>
          <a:bodyPr wrap="square">
            <a:spAutoFit/>
          </a:bodyPr>
          <a:lstStyle/>
          <a:p>
            <a:r>
              <a:rPr lang="" dirty="0">
                <a:hlinkClick r:id="rId3"/>
              </a:rPr>
              <a:t>AI Ready - Cloud Adoption Framework | Microsoft Learn</a:t>
            </a:r>
            <a:endParaRPr lang="LID4096" dirty="0"/>
          </a:p>
        </p:txBody>
      </p:sp>
    </p:spTree>
    <p:extLst>
      <p:ext uri="{BB962C8B-B14F-4D97-AF65-F5344CB8AC3E}">
        <p14:creationId xmlns:p14="http://schemas.microsoft.com/office/powerpoint/2010/main" val="3826278128"/>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r>
              <a:rPr dirty="0"/>
              <a:t>Multiple ways to build agents — we focus on pro-code</a:t>
            </a:r>
          </a:p>
        </p:txBody>
      </p:sp>
      <p:sp>
        <p:nvSpPr>
          <p:cNvPr id="3" name="Rounded Rectangle 2"/>
          <p:cNvSpPr/>
          <p:nvPr/>
        </p:nvSpPr>
        <p:spPr>
          <a:xfrm>
            <a:off x="960120" y="1783080"/>
            <a:ext cx="3246120" cy="2514600"/>
          </a:xfrm>
          <a:prstGeom prst="roundRect">
            <a:avLst/>
          </a:prstGeom>
          <a:solidFill>
            <a:srgbClr val="FFFFFF"/>
          </a:solidFill>
          <a:ln w="12700">
            <a:solidFill>
              <a:srgbClr val="CFCFCF"/>
            </a:solidFill>
          </a:ln>
          <a:effectLst/>
        </p:spPr>
        <p:style>
          <a:lnRef idx="1">
            <a:schemeClr val="accent1"/>
          </a:lnRef>
          <a:fillRef idx="3">
            <a:schemeClr val="accent1"/>
          </a:fillRef>
          <a:effectRef idx="2">
            <a:schemeClr val="accent1"/>
          </a:effectRef>
          <a:fontRef idx="minor">
            <a:schemeClr val="lt1"/>
          </a:fontRef>
        </p:style>
        <p:txBody>
          <a:bodyPr wrap="square" lIns="201168" tIns="182880" rIns="201168" rtlCol="0" anchor="t"/>
          <a:lstStyle/>
          <a:p>
            <a:pPr algn="l">
              <a:spcAft>
                <a:spcPts val="200"/>
              </a:spcAft>
            </a:pPr>
            <a:r>
              <a:rPr sz="1700" b="1">
                <a:solidFill>
                  <a:srgbClr val="003A6B"/>
                </a:solidFill>
              </a:rPr>
              <a:t>Microsoft 365 Copilot</a:t>
            </a:r>
          </a:p>
          <a:p>
            <a:pPr algn="l">
              <a:spcAft>
                <a:spcPts val="800"/>
              </a:spcAft>
            </a:pPr>
            <a:r>
              <a:rPr sz="1200" b="1">
                <a:solidFill>
                  <a:srgbClr val="0078D4"/>
                </a:solidFill>
              </a:rPr>
              <a:t>Buy — ready-made</a:t>
            </a:r>
          </a:p>
          <a:p>
            <a:pPr algn="l">
              <a:spcAft>
                <a:spcPts val="0"/>
              </a:spcAft>
            </a:pPr>
            <a:r>
              <a:rPr sz="1200" b="0">
                <a:solidFill>
                  <a:srgbClr val="606060"/>
                </a:solidFill>
              </a:rPr>
              <a:t>Prebuilt AI assistant embedded across Microsoft 365.</a:t>
            </a:r>
          </a:p>
        </p:txBody>
      </p:sp>
      <p:sp>
        <p:nvSpPr>
          <p:cNvPr id="4" name="Rounded Rectangle 3"/>
          <p:cNvSpPr/>
          <p:nvPr/>
        </p:nvSpPr>
        <p:spPr>
          <a:xfrm>
            <a:off x="4526280" y="1783080"/>
            <a:ext cx="3246120" cy="2514600"/>
          </a:xfrm>
          <a:prstGeom prst="roundRect">
            <a:avLst/>
          </a:prstGeom>
          <a:solidFill>
            <a:srgbClr val="FFFFFF"/>
          </a:solidFill>
          <a:ln w="12700">
            <a:solidFill>
              <a:srgbClr val="CFCFCF"/>
            </a:solidFill>
          </a:ln>
          <a:effectLst/>
        </p:spPr>
        <p:style>
          <a:lnRef idx="1">
            <a:schemeClr val="accent1"/>
          </a:lnRef>
          <a:fillRef idx="3">
            <a:schemeClr val="accent1"/>
          </a:fillRef>
          <a:effectRef idx="2">
            <a:schemeClr val="accent1"/>
          </a:effectRef>
          <a:fontRef idx="minor">
            <a:schemeClr val="lt1"/>
          </a:fontRef>
        </p:style>
        <p:txBody>
          <a:bodyPr wrap="square" lIns="201168" tIns="182880" rIns="201168" rtlCol="0" anchor="t"/>
          <a:lstStyle/>
          <a:p>
            <a:pPr algn="l">
              <a:spcAft>
                <a:spcPts val="200"/>
              </a:spcAft>
            </a:pPr>
            <a:r>
              <a:rPr sz="1700" b="1">
                <a:solidFill>
                  <a:srgbClr val="003A6B"/>
                </a:solidFill>
              </a:rPr>
              <a:t>Copilot Studio</a:t>
            </a:r>
          </a:p>
          <a:p>
            <a:pPr algn="l">
              <a:spcAft>
                <a:spcPts val="800"/>
              </a:spcAft>
            </a:pPr>
            <a:r>
              <a:rPr sz="1200" b="1">
                <a:solidFill>
                  <a:srgbClr val="0078D4"/>
                </a:solidFill>
              </a:rPr>
              <a:t>Extend — low-code / no-code</a:t>
            </a:r>
          </a:p>
          <a:p>
            <a:pPr algn="l">
              <a:spcAft>
                <a:spcPts val="0"/>
              </a:spcAft>
            </a:pPr>
            <a:r>
              <a:rPr sz="1200" b="0">
                <a:solidFill>
                  <a:srgbClr val="606060"/>
                </a:solidFill>
              </a:rPr>
              <a:t>Makers build and publish agents fast in a graphical studio.</a:t>
            </a:r>
          </a:p>
        </p:txBody>
      </p:sp>
      <p:sp>
        <p:nvSpPr>
          <p:cNvPr id="5" name="Rounded Rectangle 4"/>
          <p:cNvSpPr/>
          <p:nvPr/>
        </p:nvSpPr>
        <p:spPr>
          <a:xfrm>
            <a:off x="8092440" y="1783080"/>
            <a:ext cx="3246120" cy="2514600"/>
          </a:xfrm>
          <a:prstGeom prst="roundRect">
            <a:avLst/>
          </a:prstGeom>
          <a:solidFill>
            <a:srgbClr val="0078D4"/>
          </a:solidFill>
          <a:ln w="28575">
            <a:solidFill>
              <a:srgbClr val="0078D4"/>
            </a:solidFill>
          </a:ln>
          <a:effectLst/>
        </p:spPr>
        <p:style>
          <a:lnRef idx="1">
            <a:schemeClr val="accent1"/>
          </a:lnRef>
          <a:fillRef idx="3">
            <a:schemeClr val="accent1"/>
          </a:fillRef>
          <a:effectRef idx="2">
            <a:schemeClr val="accent1"/>
          </a:effectRef>
          <a:fontRef idx="minor">
            <a:schemeClr val="lt1"/>
          </a:fontRef>
        </p:style>
        <p:txBody>
          <a:bodyPr wrap="square" lIns="201168" tIns="182880" rIns="201168" rtlCol="0" anchor="t"/>
          <a:lstStyle/>
          <a:p>
            <a:pPr algn="l">
              <a:spcAft>
                <a:spcPts val="200"/>
              </a:spcAft>
            </a:pPr>
            <a:r>
              <a:rPr lang="en-GB" sz="1700" b="1" dirty="0">
                <a:solidFill>
                  <a:srgbClr val="FFFFFF"/>
                </a:solidFill>
              </a:rPr>
              <a:t>Microsoft </a:t>
            </a:r>
            <a:r>
              <a:rPr sz="1700" b="1" dirty="0">
                <a:solidFill>
                  <a:srgbClr val="FFFFFF"/>
                </a:solidFill>
              </a:rPr>
              <a:t>Foundry</a:t>
            </a:r>
          </a:p>
          <a:p>
            <a:pPr algn="l">
              <a:spcAft>
                <a:spcPts val="800"/>
              </a:spcAft>
            </a:pPr>
            <a:r>
              <a:rPr sz="1200" b="1" dirty="0">
                <a:solidFill>
                  <a:srgbClr val="E6F1FB"/>
                </a:solidFill>
              </a:rPr>
              <a:t>Build — pro-code</a:t>
            </a:r>
          </a:p>
          <a:p>
            <a:pPr algn="l">
              <a:spcAft>
                <a:spcPts val="0"/>
              </a:spcAft>
            </a:pPr>
            <a:r>
              <a:rPr sz="1200" b="0" dirty="0">
                <a:solidFill>
                  <a:srgbClr val="FFFFFF"/>
                </a:solidFill>
              </a:rPr>
              <a:t>Full control: custom agents, models, orchestration, evaluation and enterprise governance.</a:t>
            </a:r>
          </a:p>
        </p:txBody>
      </p:sp>
      <p:sp>
        <p:nvSpPr>
          <p:cNvPr id="6" name="Rounded Rectangle 5"/>
          <p:cNvSpPr/>
          <p:nvPr/>
        </p:nvSpPr>
        <p:spPr>
          <a:xfrm>
            <a:off x="8915400" y="1417320"/>
            <a:ext cx="1600200" cy="347472"/>
          </a:xfrm>
          <a:prstGeom prst="roundRect">
            <a:avLst/>
          </a:prstGeom>
          <a:solidFill>
            <a:srgbClr val="003A6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spcAft>
                <a:spcPts val="0"/>
              </a:spcAft>
            </a:pPr>
            <a:r>
              <a:rPr sz="1100" b="1">
                <a:solidFill>
                  <a:srgbClr val="FFFFFF"/>
                </a:solidFill>
              </a:rPr>
              <a:t>OUR FOCUS TODAY</a:t>
            </a:r>
          </a:p>
        </p:txBody>
      </p:sp>
      <p:sp>
        <p:nvSpPr>
          <p:cNvPr id="7" name="Right Arrow 6"/>
          <p:cNvSpPr/>
          <p:nvPr/>
        </p:nvSpPr>
        <p:spPr>
          <a:xfrm>
            <a:off x="960120" y="4617720"/>
            <a:ext cx="10378440" cy="685800"/>
          </a:xfrm>
          <a:prstGeom prst="rightArrow">
            <a:avLst/>
          </a:prstGeom>
          <a:solidFill>
            <a:srgbClr val="F2F2F2"/>
          </a:solidFill>
          <a:ln>
            <a:solidFill>
              <a:srgbClr val="CFCFCF"/>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spcAft>
                <a:spcPts val="0"/>
              </a:spcAft>
            </a:pPr>
            <a:r>
              <a:rPr sz="1400" b="1">
                <a:solidFill>
                  <a:srgbClr val="003A6B"/>
                </a:solidFill>
              </a:rPr>
              <a:t>No-code / low-code            →            pro-code   ·   more customization &amp; control</a:t>
            </a:r>
          </a:p>
        </p:txBody>
      </p:sp>
      <p:sp>
        <p:nvSpPr>
          <p:cNvPr id="8" name="TextBox 7"/>
          <p:cNvSpPr txBox="1"/>
          <p:nvPr/>
        </p:nvSpPr>
        <p:spPr>
          <a:xfrm>
            <a:off x="457200" y="5532120"/>
            <a:ext cx="11277600" cy="492443"/>
          </a:xfrm>
          <a:prstGeom prst="rect">
            <a:avLst/>
          </a:prstGeom>
          <a:noFill/>
        </p:spPr>
        <p:txBody>
          <a:bodyPr wrap="square">
            <a:spAutoFit/>
          </a:bodyPr>
          <a:lstStyle/>
          <a:p>
            <a:pPr algn="ctr"/>
            <a:r>
              <a:rPr sz="1300" b="1" dirty="0">
                <a:solidFill>
                  <a:srgbClr val="003A6B"/>
                </a:solidFill>
              </a:rPr>
              <a:t>You can build agents low-code with Copilot Studio — today we focus on</a:t>
            </a:r>
            <a:r>
              <a:rPr lang="en-GB" sz="1300" b="1" dirty="0">
                <a:solidFill>
                  <a:srgbClr val="003A6B"/>
                </a:solidFill>
              </a:rPr>
              <a:t> Microsoft </a:t>
            </a:r>
            <a:r>
              <a:rPr sz="1300" b="1" dirty="0">
                <a:solidFill>
                  <a:srgbClr val="003A6B"/>
                </a:solidFill>
              </a:rPr>
              <a:t>Foundry, the pro-code path where you customize and control the most.</a:t>
            </a:r>
          </a:p>
        </p:txBody>
      </p:sp>
    </p:spTree>
    <p:extLst>
      <p:ext uri="{BB962C8B-B14F-4D97-AF65-F5344CB8AC3E}">
        <p14:creationId xmlns:p14="http://schemas.microsoft.com/office/powerpoint/2010/main" val="41144572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D44596-D076-D545-B3FD-06DB3E649AD5}"/>
            </a:ext>
          </a:extLst>
        </p:cNvPr>
        <p:cNvGrpSpPr/>
        <p:nvPr/>
      </p:nvGrpSpPr>
      <p:grpSpPr>
        <a:xfrm>
          <a:off x="0" y="0"/>
          <a:ext cx="0" cy="0"/>
          <a:chOff x="0" y="0"/>
          <a:chExt cx="0" cy="0"/>
        </a:xfrm>
      </p:grpSpPr>
      <p:sp>
        <p:nvSpPr>
          <p:cNvPr id="12" name="Rounded Rectangle 16">
            <a:extLst>
              <a:ext uri="{FF2B5EF4-FFF2-40B4-BE49-F238E27FC236}">
                <a16:creationId xmlns:a16="http://schemas.microsoft.com/office/drawing/2014/main" id="{E8E11486-40EA-4766-8D63-9FE6A9DF4031}"/>
              </a:ext>
              <a:ext uri="{C183D7F6-B498-43B3-948B-1728B52AA6E4}">
                <adec:decorative xmlns:adec="http://schemas.microsoft.com/office/drawing/2017/decorative" val="1"/>
              </a:ext>
            </a:extLst>
          </p:cNvPr>
          <p:cNvSpPr>
            <a:spLocks/>
          </p:cNvSpPr>
          <p:nvPr/>
        </p:nvSpPr>
        <p:spPr>
          <a:xfrm>
            <a:off x="649794" y="2005756"/>
            <a:ext cx="10892412" cy="4230177"/>
          </a:xfrm>
          <a:prstGeom prst="roundRect">
            <a:avLst>
              <a:gd name="adj" fmla="val 3468"/>
            </a:avLst>
          </a:prstGeom>
          <a:solidFill>
            <a:schemeClr val="bg1">
              <a:alpha val="92000"/>
            </a:schemeClr>
          </a:solidFill>
          <a:ln w="25400">
            <a:gradFill>
              <a:gsLst>
                <a:gs pos="95000">
                  <a:srgbClr val="8988E6"/>
                </a:gs>
                <a:gs pos="0">
                  <a:schemeClr val="accent2">
                    <a:lumMod val="50000"/>
                  </a:schemeClr>
                </a:gs>
                <a:gs pos="47000">
                  <a:srgbClr val="302EC9"/>
                </a:gs>
              </a:gsLst>
              <a:lin ang="2700000" scaled="0"/>
            </a:gra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Segoe Sans Text Semibold"/>
              <a:ea typeface="+mn-ea"/>
              <a:cs typeface="Segoe UI" panose="020B0502040204020203" pitchFamily="34" charset="0"/>
            </a:endParaRPr>
          </a:p>
        </p:txBody>
      </p:sp>
      <p:sp>
        <p:nvSpPr>
          <p:cNvPr id="6" name="Rounded Rectangle 2">
            <a:extLst>
              <a:ext uri="{FF2B5EF4-FFF2-40B4-BE49-F238E27FC236}">
                <a16:creationId xmlns:a16="http://schemas.microsoft.com/office/drawing/2014/main" id="{539E2E1F-4095-5339-F7EA-1B326728EA3E}"/>
              </a:ext>
            </a:extLst>
          </p:cNvPr>
          <p:cNvSpPr/>
          <p:nvPr/>
        </p:nvSpPr>
        <p:spPr>
          <a:xfrm>
            <a:off x="649794" y="1081825"/>
            <a:ext cx="10892412" cy="818808"/>
          </a:xfrm>
          <a:prstGeom prst="roundRect">
            <a:avLst>
              <a:gd name="adj" fmla="val 27652"/>
            </a:avLst>
          </a:prstGeom>
          <a:solidFill>
            <a:schemeClr val="bg1"/>
          </a:solidFill>
          <a:ln>
            <a:solidFill>
              <a:schemeClr val="bg1">
                <a:lumMod val="9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594360" tIns="91440" r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000000"/>
                </a:solidFill>
                <a:effectLst/>
                <a:uLnTx/>
                <a:uFillTx/>
                <a:latin typeface="Segoe Sans Text Semibold"/>
                <a:ea typeface="+mn-ea"/>
                <a:cs typeface="+mn-cs"/>
              </a:rPr>
              <a:t>           </a:t>
            </a:r>
          </a:p>
        </p:txBody>
      </p:sp>
      <p:sp>
        <p:nvSpPr>
          <p:cNvPr id="2" name="Rounded Rectangle 16">
            <a:extLst>
              <a:ext uri="{FF2B5EF4-FFF2-40B4-BE49-F238E27FC236}">
                <a16:creationId xmlns:a16="http://schemas.microsoft.com/office/drawing/2014/main" id="{13EB83A0-5556-027F-325A-4FCA307AF0C5}"/>
              </a:ext>
              <a:ext uri="{C183D7F6-B498-43B3-948B-1728B52AA6E4}">
                <adec:decorative xmlns:adec="http://schemas.microsoft.com/office/drawing/2017/decorative" val="1"/>
              </a:ext>
            </a:extLst>
          </p:cNvPr>
          <p:cNvSpPr>
            <a:spLocks/>
          </p:cNvSpPr>
          <p:nvPr/>
        </p:nvSpPr>
        <p:spPr>
          <a:xfrm>
            <a:off x="649794" y="1996055"/>
            <a:ext cx="10892412" cy="4230177"/>
          </a:xfrm>
          <a:prstGeom prst="roundRect">
            <a:avLst>
              <a:gd name="adj" fmla="val 3468"/>
            </a:avLst>
          </a:prstGeom>
          <a:gradFill>
            <a:gsLst>
              <a:gs pos="1149">
                <a:srgbClr val="302EC9">
                  <a:alpha val="10000"/>
                </a:srgbClr>
              </a:gs>
              <a:gs pos="100000">
                <a:srgbClr val="8988E6">
                  <a:alpha val="10000"/>
                </a:srgbClr>
              </a:gs>
            </a:gsLst>
            <a:lin ang="2700000" scaled="0"/>
          </a:gradFill>
          <a:ln w="25400">
            <a:gradFill>
              <a:gsLst>
                <a:gs pos="95000">
                  <a:srgbClr val="8988E6"/>
                </a:gs>
                <a:gs pos="0">
                  <a:schemeClr val="accent2">
                    <a:lumMod val="50000"/>
                  </a:schemeClr>
                </a:gs>
                <a:gs pos="47000">
                  <a:srgbClr val="302EC9"/>
                </a:gs>
              </a:gsLst>
              <a:lin ang="2700000" scaled="0"/>
            </a:grad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Segoe Sans Text Semibold"/>
              <a:ea typeface="+mn-ea"/>
              <a:cs typeface="Segoe UI" panose="020B0502040204020203" pitchFamily="34" charset="0"/>
            </a:endParaRPr>
          </a:p>
        </p:txBody>
      </p:sp>
      <p:grpSp>
        <p:nvGrpSpPr>
          <p:cNvPr id="3" name="Group 2">
            <a:extLst>
              <a:ext uri="{FF2B5EF4-FFF2-40B4-BE49-F238E27FC236}">
                <a16:creationId xmlns:a16="http://schemas.microsoft.com/office/drawing/2014/main" id="{C6ACE4A6-1137-B0BE-7159-763E21EAAF69}"/>
              </a:ext>
            </a:extLst>
          </p:cNvPr>
          <p:cNvGrpSpPr/>
          <p:nvPr/>
        </p:nvGrpSpPr>
        <p:grpSpPr>
          <a:xfrm>
            <a:off x="846376" y="4347340"/>
            <a:ext cx="10501088" cy="640080"/>
            <a:chOff x="843267" y="4015099"/>
            <a:chExt cx="10501088" cy="640080"/>
          </a:xfrm>
        </p:grpSpPr>
        <p:sp>
          <p:nvSpPr>
            <p:cNvPr id="24" name="Rounded Rectangle 2">
              <a:extLst>
                <a:ext uri="{FF2B5EF4-FFF2-40B4-BE49-F238E27FC236}">
                  <a16:creationId xmlns:a16="http://schemas.microsoft.com/office/drawing/2014/main" id="{655DC62C-7396-A086-FE70-EE3119CE7B13}"/>
                </a:ext>
              </a:extLst>
            </p:cNvPr>
            <p:cNvSpPr/>
            <p:nvPr/>
          </p:nvSpPr>
          <p:spPr>
            <a:xfrm>
              <a:off x="843267" y="4015099"/>
              <a:ext cx="10501088" cy="640080"/>
            </a:xfrm>
            <a:prstGeom prst="roundRect">
              <a:avLst>
                <a:gd name="adj" fmla="val 27652"/>
              </a:avLst>
            </a:prstGeom>
            <a:solidFill>
              <a:schemeClr val="bg1"/>
            </a:solidFill>
            <a:ln>
              <a:solidFill>
                <a:schemeClr val="bg1">
                  <a:lumMod val="9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594360" tIns="91440" r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000000"/>
                  </a:solidFill>
                  <a:effectLst/>
                  <a:uLnTx/>
                  <a:uFillTx/>
                  <a:latin typeface="Segoe Sans Text Semibold"/>
                  <a:ea typeface="+mn-ea"/>
                  <a:cs typeface="+mn-cs"/>
                </a:rPr>
                <a:t>           </a:t>
              </a:r>
            </a:p>
          </p:txBody>
        </p:sp>
        <p:grpSp>
          <p:nvGrpSpPr>
            <p:cNvPr id="26" name="Group 25">
              <a:extLst>
                <a:ext uri="{FF2B5EF4-FFF2-40B4-BE49-F238E27FC236}">
                  <a16:creationId xmlns:a16="http://schemas.microsoft.com/office/drawing/2014/main" id="{FF493A9E-4795-C11F-4214-E45455E27707}"/>
                </a:ext>
              </a:extLst>
            </p:cNvPr>
            <p:cNvGrpSpPr/>
            <p:nvPr/>
          </p:nvGrpSpPr>
          <p:grpSpPr>
            <a:xfrm>
              <a:off x="5235283" y="4133705"/>
              <a:ext cx="2644505" cy="402868"/>
              <a:chOff x="5305297" y="4441675"/>
              <a:chExt cx="2644505" cy="402868"/>
            </a:xfrm>
          </p:grpSpPr>
          <p:pic>
            <p:nvPicPr>
              <p:cNvPr id="27" name="Picture 26">
                <a:extLst>
                  <a:ext uri="{FF2B5EF4-FFF2-40B4-BE49-F238E27FC236}">
                    <a16:creationId xmlns:a16="http://schemas.microsoft.com/office/drawing/2014/main" id="{250E3C5D-55F3-DFB9-FE4B-A7F321B75FAC}"/>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305297" y="4441675"/>
                <a:ext cx="402175" cy="402868"/>
              </a:xfrm>
              <a:prstGeom prst="rect">
                <a:avLst/>
              </a:prstGeom>
            </p:spPr>
          </p:pic>
          <p:sp>
            <p:nvSpPr>
              <p:cNvPr id="30" name="TextBox 29">
                <a:extLst>
                  <a:ext uri="{FF2B5EF4-FFF2-40B4-BE49-F238E27FC236}">
                    <a16:creationId xmlns:a16="http://schemas.microsoft.com/office/drawing/2014/main" id="{2474127B-DB5A-3872-69D0-3585702E333B}"/>
                  </a:ext>
                </a:extLst>
              </p:cNvPr>
              <p:cNvSpPr txBox="1"/>
              <p:nvPr/>
            </p:nvSpPr>
            <p:spPr>
              <a:xfrm>
                <a:off x="5848557" y="4507233"/>
                <a:ext cx="2101245" cy="246221"/>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Segoe Sans Text Semibold"/>
                    <a:ea typeface="+mn-ea"/>
                    <a:cs typeface="+mn-cs"/>
                  </a:rPr>
                  <a:t>Control Plane</a:t>
                </a:r>
              </a:p>
            </p:txBody>
          </p:sp>
        </p:grpSp>
      </p:grpSp>
      <p:sp>
        <p:nvSpPr>
          <p:cNvPr id="15" name="Rounded Rectangle 25">
            <a:extLst>
              <a:ext uri="{FF2B5EF4-FFF2-40B4-BE49-F238E27FC236}">
                <a16:creationId xmlns:a16="http://schemas.microsoft.com/office/drawing/2014/main" id="{3183AEAE-B7DA-3F1E-7C9C-71E28F9BD9CE}"/>
              </a:ext>
            </a:extLst>
          </p:cNvPr>
          <p:cNvSpPr/>
          <p:nvPr/>
        </p:nvSpPr>
        <p:spPr>
          <a:xfrm>
            <a:off x="4170356" y="6003558"/>
            <a:ext cx="3837986" cy="373523"/>
          </a:xfrm>
          <a:prstGeom prst="roundRect">
            <a:avLst>
              <a:gd name="adj" fmla="val 36011"/>
            </a:avLst>
          </a:prstGeom>
          <a:solidFill>
            <a:schemeClr val="bg1"/>
          </a:solidFill>
          <a:ln w="12700">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gradFill>
                  <a:gsLst>
                    <a:gs pos="2874">
                      <a:srgbClr val="2A446F">
                        <a:lumMod val="50000"/>
                      </a:srgbClr>
                    </a:gs>
                    <a:gs pos="76000">
                      <a:srgbClr val="302EC9"/>
                    </a:gs>
                    <a:gs pos="100000">
                      <a:srgbClr val="8988E6"/>
                    </a:gs>
                  </a:gsLst>
                  <a:lin ang="2700000" scaled="0"/>
                </a:gradFill>
                <a:effectLst/>
                <a:uLnTx/>
                <a:uFillTx/>
                <a:latin typeface="Segoe Sans Text Semibold"/>
                <a:ea typeface="+mn-ea"/>
                <a:cs typeface="+mn-cs"/>
              </a:rPr>
              <a:t>Security, compliance, and governance</a:t>
            </a:r>
          </a:p>
        </p:txBody>
      </p:sp>
      <p:grpSp>
        <p:nvGrpSpPr>
          <p:cNvPr id="8" name="Group 7">
            <a:extLst>
              <a:ext uri="{FF2B5EF4-FFF2-40B4-BE49-F238E27FC236}">
                <a16:creationId xmlns:a16="http://schemas.microsoft.com/office/drawing/2014/main" id="{8F61230A-961C-40A4-7C95-EF825E460DC4}"/>
              </a:ext>
            </a:extLst>
          </p:cNvPr>
          <p:cNvGrpSpPr/>
          <p:nvPr/>
        </p:nvGrpSpPr>
        <p:grpSpPr>
          <a:xfrm>
            <a:off x="3289680" y="1491229"/>
            <a:ext cx="5611548" cy="316309"/>
            <a:chOff x="3482489" y="2050550"/>
            <a:chExt cx="5611548" cy="316309"/>
          </a:xfrm>
        </p:grpSpPr>
        <p:grpSp>
          <p:nvGrpSpPr>
            <p:cNvPr id="9" name="Group 8">
              <a:extLst>
                <a:ext uri="{FF2B5EF4-FFF2-40B4-BE49-F238E27FC236}">
                  <a16:creationId xmlns:a16="http://schemas.microsoft.com/office/drawing/2014/main" id="{799C90DB-5C67-44F7-E80F-3C084B908704}"/>
                </a:ext>
              </a:extLst>
            </p:cNvPr>
            <p:cNvGrpSpPr/>
            <p:nvPr/>
          </p:nvGrpSpPr>
          <p:grpSpPr>
            <a:xfrm>
              <a:off x="3482489" y="2055609"/>
              <a:ext cx="878237" cy="306939"/>
              <a:chOff x="3930940" y="4952181"/>
              <a:chExt cx="878237" cy="306939"/>
            </a:xfrm>
          </p:grpSpPr>
          <p:pic>
            <p:nvPicPr>
              <p:cNvPr id="25" name="Graphic 24">
                <a:extLst>
                  <a:ext uri="{FF2B5EF4-FFF2-40B4-BE49-F238E27FC236}">
                    <a16:creationId xmlns:a16="http://schemas.microsoft.com/office/drawing/2014/main" id="{9D3B7A08-5C6E-E20E-47C0-4C79957705BE}"/>
                  </a:ext>
                </a:extLst>
              </p:cNvPr>
              <p:cNvPicPr>
                <a:picLocks noChangeAspect="1"/>
              </p:cNvPicPr>
              <p:nvPr/>
            </p:nvPicPr>
            <p:blipFill>
              <a:blip>
                <a:lum bright="-100000"/>
                <a:extLst>
                  <a:ext uri="{96DAC541-7B7A-43D3-8B79-37D633B846F1}">
                    <asvg:svgBlip xmlns:asvg="http://schemas.microsoft.com/office/drawing/2016/SVG/main" r:embed="rId4"/>
                  </a:ext>
                </a:extLst>
              </a:blip>
              <a:stretch>
                <a:fillRect/>
              </a:stretch>
            </p:blipFill>
            <p:spPr>
              <a:xfrm>
                <a:off x="3930940" y="4952181"/>
                <a:ext cx="311204" cy="306939"/>
              </a:xfrm>
              <a:prstGeom prst="rect">
                <a:avLst/>
              </a:prstGeom>
            </p:spPr>
          </p:pic>
          <p:sp>
            <p:nvSpPr>
              <p:cNvPr id="28" name="TextBox 27">
                <a:extLst>
                  <a:ext uri="{FF2B5EF4-FFF2-40B4-BE49-F238E27FC236}">
                    <a16:creationId xmlns:a16="http://schemas.microsoft.com/office/drawing/2014/main" id="{B8405E1F-A7EC-3EC0-5213-D960F3009557}"/>
                  </a:ext>
                </a:extLst>
              </p:cNvPr>
              <p:cNvSpPr txBox="1"/>
              <p:nvPr/>
            </p:nvSpPr>
            <p:spPr>
              <a:xfrm>
                <a:off x="4373117" y="5043596"/>
                <a:ext cx="436060" cy="153888"/>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Segoe Sans Text Semibold"/>
                    <a:ea typeface="+mn-ea"/>
                    <a:cs typeface="+mn-cs"/>
                  </a:rPr>
                  <a:t>GitHub</a:t>
                </a:r>
              </a:p>
            </p:txBody>
          </p:sp>
        </p:grpSp>
        <p:grpSp>
          <p:nvGrpSpPr>
            <p:cNvPr id="10" name="Group 9">
              <a:extLst>
                <a:ext uri="{FF2B5EF4-FFF2-40B4-BE49-F238E27FC236}">
                  <a16:creationId xmlns:a16="http://schemas.microsoft.com/office/drawing/2014/main" id="{D890FC55-B4E0-ED69-01AF-90557AA5490A}"/>
                </a:ext>
              </a:extLst>
            </p:cNvPr>
            <p:cNvGrpSpPr/>
            <p:nvPr/>
          </p:nvGrpSpPr>
          <p:grpSpPr>
            <a:xfrm>
              <a:off x="5001482" y="2057975"/>
              <a:ext cx="1360506" cy="302124"/>
              <a:chOff x="5540566" y="4957903"/>
              <a:chExt cx="1360506" cy="302124"/>
            </a:xfrm>
          </p:grpSpPr>
          <p:pic>
            <p:nvPicPr>
              <p:cNvPr id="22" name="Picture 93">
                <a:extLst>
                  <a:ext uri="{FF2B5EF4-FFF2-40B4-BE49-F238E27FC236}">
                    <a16:creationId xmlns:a16="http://schemas.microsoft.com/office/drawing/2014/main" id="{B2764451-3B35-6955-824A-7266EE0CE9E5}"/>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5"/>
                  </a:ext>
                </a:extLst>
              </a:blip>
              <a:srcRect l="2769" r="2769"/>
              <a:stretch/>
            </p:blipFill>
            <p:spPr>
              <a:xfrm>
                <a:off x="6615679" y="4957903"/>
                <a:ext cx="285393" cy="302124"/>
              </a:xfrm>
              <a:prstGeom prst="rect">
                <a:avLst/>
              </a:prstGeom>
              <a:ln w="6657" cap="flat">
                <a:noFill/>
                <a:prstDash val="solid"/>
                <a:miter/>
              </a:ln>
              <a:effectLst/>
            </p:spPr>
          </p:pic>
          <p:sp>
            <p:nvSpPr>
              <p:cNvPr id="23" name="TextBox 22">
                <a:extLst>
                  <a:ext uri="{FF2B5EF4-FFF2-40B4-BE49-F238E27FC236}">
                    <a16:creationId xmlns:a16="http://schemas.microsoft.com/office/drawing/2014/main" id="{DFFD87BB-2F20-14C2-864A-7D62AAABBBB0}"/>
                  </a:ext>
                </a:extLst>
              </p:cNvPr>
              <p:cNvSpPr txBox="1"/>
              <p:nvPr/>
            </p:nvSpPr>
            <p:spPr>
              <a:xfrm>
                <a:off x="5540566" y="5043596"/>
                <a:ext cx="778311" cy="153888"/>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Segoe Sans Text Semibold"/>
                    <a:ea typeface="+mn-ea"/>
                    <a:cs typeface="+mn-cs"/>
                  </a:rPr>
                  <a:t>Visual Studio</a:t>
                </a:r>
              </a:p>
            </p:txBody>
          </p:sp>
        </p:grpSp>
        <p:sp>
          <p:nvSpPr>
            <p:cNvPr id="19" name="TextBox 18">
              <a:extLst>
                <a:ext uri="{FF2B5EF4-FFF2-40B4-BE49-F238E27FC236}">
                  <a16:creationId xmlns:a16="http://schemas.microsoft.com/office/drawing/2014/main" id="{4D8E9601-83D0-7AB1-0FE0-D02F49C671C1}"/>
                </a:ext>
              </a:extLst>
            </p:cNvPr>
            <p:cNvSpPr txBox="1"/>
            <p:nvPr/>
          </p:nvSpPr>
          <p:spPr>
            <a:xfrm>
              <a:off x="6433606" y="2122626"/>
              <a:ext cx="1130719" cy="153888"/>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Segoe Sans Text Semibold"/>
                  <a:ea typeface="+mn-ea"/>
                  <a:cs typeface="+mn-cs"/>
                </a:rPr>
                <a:t>Visual Studio Code</a:t>
              </a:r>
            </a:p>
          </p:txBody>
        </p:sp>
        <p:grpSp>
          <p:nvGrpSpPr>
            <p:cNvPr id="14" name="Group 13">
              <a:extLst>
                <a:ext uri="{FF2B5EF4-FFF2-40B4-BE49-F238E27FC236}">
                  <a16:creationId xmlns:a16="http://schemas.microsoft.com/office/drawing/2014/main" id="{74181807-4FAE-B1BE-346C-7AF2AD5463FA}"/>
                </a:ext>
              </a:extLst>
            </p:cNvPr>
            <p:cNvGrpSpPr/>
            <p:nvPr/>
          </p:nvGrpSpPr>
          <p:grpSpPr>
            <a:xfrm>
              <a:off x="7783295" y="2050550"/>
              <a:ext cx="1310742" cy="316309"/>
              <a:chOff x="4280826" y="5380597"/>
              <a:chExt cx="1310742" cy="316309"/>
            </a:xfrm>
          </p:grpSpPr>
          <p:pic>
            <p:nvPicPr>
              <p:cNvPr id="16" name="Picture 15">
                <a:extLst>
                  <a:ext uri="{FF2B5EF4-FFF2-40B4-BE49-F238E27FC236}">
                    <a16:creationId xmlns:a16="http://schemas.microsoft.com/office/drawing/2014/main" id="{404EBE9C-6096-F463-7398-4D8951DC8632}"/>
                  </a:ext>
                </a:extLst>
              </p:cNvPr>
              <p:cNvPicPr>
                <a:picLocks noChangeAspect="1"/>
              </p:cNvPicPr>
              <p:nvPr/>
            </p:nvPicPr>
            <p:blipFill>
              <a:blip r:embed="rId6" cstate="print">
                <a:extLst>
                  <a:ext uri="{28A0092B-C50C-407E-A947-70E740481C1C}">
                    <a14:useLocalDpi xmlns:a14="http://schemas.microsoft.com/office/drawing/2010/main" val="0"/>
                  </a:ext>
                </a:extLst>
              </a:blip>
              <a:srcRect/>
              <a:stretch/>
            </p:blipFill>
            <p:spPr>
              <a:xfrm>
                <a:off x="4280826" y="5380597"/>
                <a:ext cx="313948" cy="316309"/>
              </a:xfrm>
              <a:prstGeom prst="rect">
                <a:avLst/>
              </a:prstGeom>
              <a:effectLst/>
            </p:spPr>
          </p:pic>
          <p:sp>
            <p:nvSpPr>
              <p:cNvPr id="17" name="TextBox 16">
                <a:extLst>
                  <a:ext uri="{FF2B5EF4-FFF2-40B4-BE49-F238E27FC236}">
                    <a16:creationId xmlns:a16="http://schemas.microsoft.com/office/drawing/2014/main" id="{EEF880EB-F077-C7D9-78A8-1174CB6618CD}"/>
                  </a:ext>
                </a:extLst>
              </p:cNvPr>
              <p:cNvSpPr txBox="1"/>
              <p:nvPr/>
            </p:nvSpPr>
            <p:spPr>
              <a:xfrm>
                <a:off x="4723608" y="5453708"/>
                <a:ext cx="867960" cy="153888"/>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Segoe Sans Text Semibold"/>
                    <a:ea typeface="+mn-ea"/>
                    <a:cs typeface="+mn-cs"/>
                  </a:rPr>
                  <a:t>Copilot Studio</a:t>
                </a:r>
              </a:p>
            </p:txBody>
          </p:sp>
        </p:grpSp>
      </p:grpSp>
      <p:sp>
        <p:nvSpPr>
          <p:cNvPr id="54" name="Rounded Rectangle 25">
            <a:extLst>
              <a:ext uri="{FF2B5EF4-FFF2-40B4-BE49-F238E27FC236}">
                <a16:creationId xmlns:a16="http://schemas.microsoft.com/office/drawing/2014/main" id="{353C4E2B-7CB5-2E6E-5B98-A354EBC52F76}"/>
              </a:ext>
            </a:extLst>
          </p:cNvPr>
          <p:cNvSpPr/>
          <p:nvPr/>
        </p:nvSpPr>
        <p:spPr>
          <a:xfrm>
            <a:off x="1913049" y="3435570"/>
            <a:ext cx="8364811" cy="373523"/>
          </a:xfrm>
          <a:prstGeom prst="roundRect">
            <a:avLst>
              <a:gd name="adj" fmla="val 50000"/>
            </a:avLst>
          </a:prstGeom>
          <a:no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Segoe Sans Text Semibold"/>
                <a:ea typeface="+mn-ea"/>
                <a:cs typeface="+mn-cs"/>
              </a:rPr>
              <a:t>Build context-aware and action-oriented agents with 1,400+ pre-built connections and MCP tools</a:t>
            </a:r>
            <a:endParaRPr kumimoji="0" lang="en-US" sz="1400" b="0" i="0" u="none" strike="noStrike" kern="1200" cap="none" spc="0" normalizeH="0" baseline="0" noProof="0">
              <a:ln>
                <a:noFill/>
              </a:ln>
              <a:solidFill>
                <a:srgbClr val="000000"/>
              </a:solidFill>
              <a:effectLst/>
              <a:uLnTx/>
              <a:uFillTx/>
              <a:latin typeface="Segoe Sans Text"/>
              <a:ea typeface="+mn-ea"/>
              <a:cs typeface="+mn-cs"/>
            </a:endParaRPr>
          </a:p>
        </p:txBody>
      </p:sp>
      <p:sp>
        <p:nvSpPr>
          <p:cNvPr id="55" name="Rounded Rectangle 25">
            <a:extLst>
              <a:ext uri="{FF2B5EF4-FFF2-40B4-BE49-F238E27FC236}">
                <a16:creationId xmlns:a16="http://schemas.microsoft.com/office/drawing/2014/main" id="{69168C53-3B6A-64F9-16CF-506B9BCDC1C3}"/>
              </a:ext>
            </a:extLst>
          </p:cNvPr>
          <p:cNvSpPr/>
          <p:nvPr/>
        </p:nvSpPr>
        <p:spPr>
          <a:xfrm>
            <a:off x="3432163" y="1082843"/>
            <a:ext cx="5304867" cy="373523"/>
          </a:xfrm>
          <a:prstGeom prst="roundRect">
            <a:avLst>
              <a:gd name="adj" fmla="val 50000"/>
            </a:avLst>
          </a:prstGeom>
          <a:no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Segoe Sans Text Semibold"/>
                <a:ea typeface="+mn-ea"/>
                <a:cs typeface="+mn-cs"/>
              </a:rPr>
              <a:t>Streamline development with native IDE experiences</a:t>
            </a:r>
            <a:endParaRPr kumimoji="0" lang="en-US" sz="1400" b="0" i="0" u="none" strike="noStrike" kern="1200" cap="none" spc="0" normalizeH="0" baseline="0" noProof="0">
              <a:ln>
                <a:noFill/>
              </a:ln>
              <a:solidFill>
                <a:srgbClr val="000000"/>
              </a:solidFill>
              <a:effectLst/>
              <a:uLnTx/>
              <a:uFillTx/>
              <a:latin typeface="Segoe Sans Text"/>
              <a:ea typeface="+mn-ea"/>
              <a:cs typeface="+mn-cs"/>
            </a:endParaRPr>
          </a:p>
        </p:txBody>
      </p:sp>
      <p:sp>
        <p:nvSpPr>
          <p:cNvPr id="56" name="Rounded Rectangle 25">
            <a:extLst>
              <a:ext uri="{FF2B5EF4-FFF2-40B4-BE49-F238E27FC236}">
                <a16:creationId xmlns:a16="http://schemas.microsoft.com/office/drawing/2014/main" id="{8C116C67-BF62-F94A-991B-5C983C703A42}"/>
              </a:ext>
            </a:extLst>
          </p:cNvPr>
          <p:cNvSpPr/>
          <p:nvPr/>
        </p:nvSpPr>
        <p:spPr>
          <a:xfrm>
            <a:off x="1152620" y="5050408"/>
            <a:ext cx="9885671" cy="373523"/>
          </a:xfrm>
          <a:prstGeom prst="roundRect">
            <a:avLst>
              <a:gd name="adj" fmla="val 50000"/>
            </a:avLst>
          </a:prstGeom>
          <a:no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Segoe Sans Text Semibold"/>
                <a:ea typeface="+mn-ea"/>
                <a:cs typeface="+mn-cs"/>
              </a:rPr>
              <a:t>Leverage a complete signals management layer with Microsoft Security integrations</a:t>
            </a:r>
            <a:endParaRPr kumimoji="0" lang="en-US" sz="1400" b="0" i="0" u="none" strike="noStrike" kern="1200" cap="none" spc="0" normalizeH="0" baseline="0" noProof="0">
              <a:ln>
                <a:noFill/>
              </a:ln>
              <a:solidFill>
                <a:srgbClr val="000000"/>
              </a:solidFill>
              <a:effectLst/>
              <a:uLnTx/>
              <a:uFillTx/>
              <a:latin typeface="Segoe Sans Text"/>
              <a:ea typeface="+mn-ea"/>
              <a:cs typeface="+mn-cs"/>
            </a:endParaRPr>
          </a:p>
        </p:txBody>
      </p:sp>
      <p:grpSp>
        <p:nvGrpSpPr>
          <p:cNvPr id="57" name="Group 56">
            <a:extLst>
              <a:ext uri="{FF2B5EF4-FFF2-40B4-BE49-F238E27FC236}">
                <a16:creationId xmlns:a16="http://schemas.microsoft.com/office/drawing/2014/main" id="{7A014F85-108F-ADE0-6143-656194B7780E}"/>
              </a:ext>
            </a:extLst>
          </p:cNvPr>
          <p:cNvGrpSpPr/>
          <p:nvPr/>
        </p:nvGrpSpPr>
        <p:grpSpPr>
          <a:xfrm>
            <a:off x="2649184" y="5498799"/>
            <a:ext cx="7020117" cy="353910"/>
            <a:chOff x="3353505" y="4428100"/>
            <a:chExt cx="7020117" cy="353910"/>
          </a:xfrm>
        </p:grpSpPr>
        <p:grpSp>
          <p:nvGrpSpPr>
            <p:cNvPr id="59" name="Group 58">
              <a:extLst>
                <a:ext uri="{FF2B5EF4-FFF2-40B4-BE49-F238E27FC236}">
                  <a16:creationId xmlns:a16="http://schemas.microsoft.com/office/drawing/2014/main" id="{92DB3E02-9C34-FC2A-030F-4F2ED11E29C2}"/>
                </a:ext>
              </a:extLst>
            </p:cNvPr>
            <p:cNvGrpSpPr/>
            <p:nvPr/>
          </p:nvGrpSpPr>
          <p:grpSpPr>
            <a:xfrm>
              <a:off x="3353505" y="4464712"/>
              <a:ext cx="1694835" cy="280686"/>
              <a:chOff x="3740424" y="4657232"/>
              <a:chExt cx="1694835" cy="280686"/>
            </a:xfrm>
          </p:grpSpPr>
          <p:pic>
            <p:nvPicPr>
              <p:cNvPr id="70" name="Picture 69" descr="A blue and pink logo&#10;&#10;AI-generated content may be incorrect.">
                <a:extLst>
                  <a:ext uri="{FF2B5EF4-FFF2-40B4-BE49-F238E27FC236}">
                    <a16:creationId xmlns:a16="http://schemas.microsoft.com/office/drawing/2014/main" id="{8C373182-8293-A231-D44C-7448DB186AF5}"/>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3740424" y="4657232"/>
                <a:ext cx="280688" cy="280686"/>
              </a:xfrm>
              <a:prstGeom prst="rect">
                <a:avLst/>
              </a:prstGeom>
            </p:spPr>
          </p:pic>
          <p:sp>
            <p:nvSpPr>
              <p:cNvPr id="71" name="TextBox 70">
                <a:extLst>
                  <a:ext uri="{FF2B5EF4-FFF2-40B4-BE49-F238E27FC236}">
                    <a16:creationId xmlns:a16="http://schemas.microsoft.com/office/drawing/2014/main" id="{E16157C0-55F9-5A83-3398-C52AD683BE54}"/>
                  </a:ext>
                </a:extLst>
              </p:cNvPr>
              <p:cNvSpPr txBox="1"/>
              <p:nvPr/>
            </p:nvSpPr>
            <p:spPr>
              <a:xfrm>
                <a:off x="4123870" y="4712121"/>
                <a:ext cx="1311389" cy="153888"/>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Segoe Sans Text Semibold"/>
                    <a:ea typeface="+mn-ea"/>
                    <a:cs typeface="+mn-cs"/>
                  </a:rPr>
                  <a:t>Microsoft Agent 365</a:t>
                </a:r>
              </a:p>
            </p:txBody>
          </p:sp>
        </p:grpSp>
        <p:grpSp>
          <p:nvGrpSpPr>
            <p:cNvPr id="60" name="Group 59">
              <a:extLst>
                <a:ext uri="{FF2B5EF4-FFF2-40B4-BE49-F238E27FC236}">
                  <a16:creationId xmlns:a16="http://schemas.microsoft.com/office/drawing/2014/main" id="{E15DB6D7-AD9D-4A39-AB95-258AC53424AB}"/>
                </a:ext>
              </a:extLst>
            </p:cNvPr>
            <p:cNvGrpSpPr/>
            <p:nvPr/>
          </p:nvGrpSpPr>
          <p:grpSpPr>
            <a:xfrm>
              <a:off x="5080688" y="4428100"/>
              <a:ext cx="1672938" cy="353910"/>
              <a:chOff x="4182969" y="5115348"/>
              <a:chExt cx="1672938" cy="353910"/>
            </a:xfrm>
          </p:grpSpPr>
          <p:pic>
            <p:nvPicPr>
              <p:cNvPr id="68" name="Picture 67" descr="A blue shield with black background&#10;&#10;AI-generated content may be incorrect.">
                <a:extLst>
                  <a:ext uri="{FF2B5EF4-FFF2-40B4-BE49-F238E27FC236}">
                    <a16:creationId xmlns:a16="http://schemas.microsoft.com/office/drawing/2014/main" id="{12224E76-31B3-27BE-222D-718DD3243A52}"/>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4182969" y="5115348"/>
                <a:ext cx="353912" cy="353910"/>
              </a:xfrm>
              <a:prstGeom prst="rect">
                <a:avLst/>
              </a:prstGeom>
            </p:spPr>
          </p:pic>
          <p:sp>
            <p:nvSpPr>
              <p:cNvPr id="69" name="TextBox 68">
                <a:extLst>
                  <a:ext uri="{FF2B5EF4-FFF2-40B4-BE49-F238E27FC236}">
                    <a16:creationId xmlns:a16="http://schemas.microsoft.com/office/drawing/2014/main" id="{7CEB89B6-D934-F5FE-C8C2-F030EED080CB}"/>
                  </a:ext>
                </a:extLst>
              </p:cNvPr>
              <p:cNvSpPr txBox="1"/>
              <p:nvPr/>
            </p:nvSpPr>
            <p:spPr>
              <a:xfrm>
                <a:off x="4651792" y="5206849"/>
                <a:ext cx="1204115" cy="153888"/>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Segoe Sans Text Semibold"/>
                    <a:ea typeface="+mn-ea"/>
                    <a:cs typeface="+mn-cs"/>
                  </a:rPr>
                  <a:t>Microsoft Defender</a:t>
                </a:r>
              </a:p>
            </p:txBody>
          </p:sp>
        </p:grpSp>
        <p:grpSp>
          <p:nvGrpSpPr>
            <p:cNvPr id="62" name="Group 61">
              <a:extLst>
                <a:ext uri="{FF2B5EF4-FFF2-40B4-BE49-F238E27FC236}">
                  <a16:creationId xmlns:a16="http://schemas.microsoft.com/office/drawing/2014/main" id="{168DCEE2-5BA7-7511-39C4-1B9E7C7801F7}"/>
                </a:ext>
              </a:extLst>
            </p:cNvPr>
            <p:cNvGrpSpPr/>
            <p:nvPr/>
          </p:nvGrpSpPr>
          <p:grpSpPr>
            <a:xfrm>
              <a:off x="7077354" y="4447007"/>
              <a:ext cx="1532634" cy="287634"/>
              <a:chOff x="7199783" y="4460770"/>
              <a:chExt cx="1532634" cy="287634"/>
            </a:xfrm>
          </p:grpSpPr>
          <p:pic>
            <p:nvPicPr>
              <p:cNvPr id="66" name="Picture 65">
                <a:extLst>
                  <a:ext uri="{FF2B5EF4-FFF2-40B4-BE49-F238E27FC236}">
                    <a16:creationId xmlns:a16="http://schemas.microsoft.com/office/drawing/2014/main" id="{A92BA331-340F-011B-21D4-2FC80F91A959}"/>
                  </a:ext>
                </a:extLst>
              </p:cNvPr>
              <p:cNvPicPr>
                <a:picLocks noChangeAspect="1"/>
              </p:cNvPicPr>
              <p:nvPr/>
            </p:nvPicPr>
            <p:blipFill>
              <a:blip r:embed="rId9"/>
              <a:stretch>
                <a:fillRect/>
              </a:stretch>
            </p:blipFill>
            <p:spPr>
              <a:xfrm>
                <a:off x="7199783" y="4460770"/>
                <a:ext cx="315786" cy="287634"/>
              </a:xfrm>
              <a:prstGeom prst="rect">
                <a:avLst/>
              </a:prstGeom>
            </p:spPr>
          </p:pic>
          <p:sp>
            <p:nvSpPr>
              <p:cNvPr id="67" name="TextBox 66">
                <a:extLst>
                  <a:ext uri="{FF2B5EF4-FFF2-40B4-BE49-F238E27FC236}">
                    <a16:creationId xmlns:a16="http://schemas.microsoft.com/office/drawing/2014/main" id="{366DF654-FE13-C043-704B-BFFB10EFE054}"/>
                  </a:ext>
                </a:extLst>
              </p:cNvPr>
              <p:cNvSpPr txBox="1"/>
              <p:nvPr/>
            </p:nvSpPr>
            <p:spPr>
              <a:xfrm>
                <a:off x="7630480" y="4541874"/>
                <a:ext cx="1101937" cy="153888"/>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Segoe Sans Text Semibold"/>
                    <a:ea typeface="+mn-ea"/>
                    <a:cs typeface="+mn-cs"/>
                  </a:rPr>
                  <a:t>Microsoft Purview</a:t>
                </a:r>
              </a:p>
            </p:txBody>
          </p:sp>
        </p:grpSp>
        <p:grpSp>
          <p:nvGrpSpPr>
            <p:cNvPr id="63" name="Group 62">
              <a:extLst>
                <a:ext uri="{FF2B5EF4-FFF2-40B4-BE49-F238E27FC236}">
                  <a16:creationId xmlns:a16="http://schemas.microsoft.com/office/drawing/2014/main" id="{2764FEFA-5D64-6967-8F12-58784C19A858}"/>
                </a:ext>
              </a:extLst>
            </p:cNvPr>
            <p:cNvGrpSpPr/>
            <p:nvPr/>
          </p:nvGrpSpPr>
          <p:grpSpPr>
            <a:xfrm>
              <a:off x="9013478" y="4446360"/>
              <a:ext cx="1360144" cy="295540"/>
              <a:chOff x="7871086" y="4992448"/>
              <a:chExt cx="1360144" cy="295540"/>
            </a:xfrm>
          </p:grpSpPr>
          <p:pic>
            <p:nvPicPr>
              <p:cNvPr id="64" name="Picture 63" descr="A blue and black logo&#10;&#10;AI-generated content may be incorrect.">
                <a:extLst>
                  <a:ext uri="{FF2B5EF4-FFF2-40B4-BE49-F238E27FC236}">
                    <a16:creationId xmlns:a16="http://schemas.microsoft.com/office/drawing/2014/main" id="{C42D61FC-CB5B-4839-F925-C07FB4A74E13}"/>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7871086" y="4992448"/>
                <a:ext cx="237377" cy="295540"/>
              </a:xfrm>
              <a:prstGeom prst="rect">
                <a:avLst/>
              </a:prstGeom>
            </p:spPr>
          </p:pic>
          <p:sp>
            <p:nvSpPr>
              <p:cNvPr id="65" name="TextBox 64">
                <a:extLst>
                  <a:ext uri="{FF2B5EF4-FFF2-40B4-BE49-F238E27FC236}">
                    <a16:creationId xmlns:a16="http://schemas.microsoft.com/office/drawing/2014/main" id="{5E4D2D56-28EB-58CC-71C7-822E240EC7B8}"/>
                  </a:ext>
                </a:extLst>
              </p:cNvPr>
              <p:cNvSpPr txBox="1"/>
              <p:nvPr/>
            </p:nvSpPr>
            <p:spPr>
              <a:xfrm>
                <a:off x="8229447" y="5060967"/>
                <a:ext cx="1001783" cy="153888"/>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Segoe Sans Text Semibold"/>
                    <a:ea typeface="+mn-ea"/>
                    <a:cs typeface="+mn-cs"/>
                  </a:rPr>
                  <a:t>Microsoft Entra</a:t>
                </a:r>
              </a:p>
            </p:txBody>
          </p:sp>
        </p:grpSp>
      </p:grpSp>
      <p:grpSp>
        <p:nvGrpSpPr>
          <p:cNvPr id="42" name="Group 41">
            <a:extLst>
              <a:ext uri="{FF2B5EF4-FFF2-40B4-BE49-F238E27FC236}">
                <a16:creationId xmlns:a16="http://schemas.microsoft.com/office/drawing/2014/main" id="{0F04AE72-9C7C-F2D8-1BCD-D63CD7AAC553}"/>
              </a:ext>
            </a:extLst>
          </p:cNvPr>
          <p:cNvGrpSpPr/>
          <p:nvPr/>
        </p:nvGrpSpPr>
        <p:grpSpPr>
          <a:xfrm>
            <a:off x="1110669" y="3876433"/>
            <a:ext cx="9969569" cy="379818"/>
            <a:chOff x="1199443" y="3892654"/>
            <a:chExt cx="9969569" cy="379818"/>
          </a:xfrm>
        </p:grpSpPr>
        <p:grpSp>
          <p:nvGrpSpPr>
            <p:cNvPr id="100" name="Group 99">
              <a:extLst>
                <a:ext uri="{FF2B5EF4-FFF2-40B4-BE49-F238E27FC236}">
                  <a16:creationId xmlns:a16="http://schemas.microsoft.com/office/drawing/2014/main" id="{71EF0C92-6092-D67D-CF6B-D07B4BAF16ED}"/>
                </a:ext>
              </a:extLst>
            </p:cNvPr>
            <p:cNvGrpSpPr/>
            <p:nvPr/>
          </p:nvGrpSpPr>
          <p:grpSpPr>
            <a:xfrm>
              <a:off x="1199443" y="3892654"/>
              <a:ext cx="9969569" cy="379818"/>
              <a:chOff x="1412858" y="3881913"/>
              <a:chExt cx="9969569" cy="379818"/>
            </a:xfrm>
          </p:grpSpPr>
          <p:pic>
            <p:nvPicPr>
              <p:cNvPr id="86" name="Picture 20" descr="SAP Enterprise Threat Detection - Microsoft Sentinel - Integration icon">
                <a:extLst>
                  <a:ext uri="{FF2B5EF4-FFF2-40B4-BE49-F238E27FC236}">
                    <a16:creationId xmlns:a16="http://schemas.microsoft.com/office/drawing/2014/main" id="{93FB4BE7-F017-BBF8-08BE-CC7447708D48}"/>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562413" y="3882085"/>
                <a:ext cx="379646" cy="379646"/>
              </a:xfrm>
              <a:prstGeom prst="rect">
                <a:avLst/>
              </a:prstGeom>
              <a:noFill/>
              <a:extLst>
                <a:ext uri="{909E8E84-426E-40DD-AFC4-6F175D3DCCD1}">
                  <a14:hiddenFill xmlns:a14="http://schemas.microsoft.com/office/drawing/2010/main">
                    <a:solidFill>
                      <a:srgbClr val="FFFFFF"/>
                    </a:solidFill>
                  </a14:hiddenFill>
                </a:ext>
              </a:extLst>
            </p:spPr>
          </p:pic>
          <p:pic>
            <p:nvPicPr>
              <p:cNvPr id="87" name="Picture 185">
                <a:extLst>
                  <a:ext uri="{FF2B5EF4-FFF2-40B4-BE49-F238E27FC236}">
                    <a16:creationId xmlns:a16="http://schemas.microsoft.com/office/drawing/2014/main" id="{25C8EED7-2F2C-CBCE-0BD4-57255C349AC9}"/>
                  </a:ext>
                </a:extLst>
              </p:cNvPr>
              <p:cNvPicPr>
                <a:picLocks noChangeAspect="1"/>
              </p:cNvPicPr>
              <p:nvPr/>
            </p:nvPicPr>
            <p:blipFill>
              <a:blip>
                <a:extLst>
                  <a:ext uri="{96DAC541-7B7A-43D3-8B79-37D633B846F1}">
                    <asvg:svgBlip xmlns:asvg="http://schemas.microsoft.com/office/drawing/2016/SVG/main" r:embed="rId12"/>
                  </a:ext>
                </a:extLst>
              </a:blip>
              <a:srcRect/>
              <a:stretch/>
            </p:blipFill>
            <p:spPr>
              <a:xfrm>
                <a:off x="5688608" y="3957350"/>
                <a:ext cx="574112" cy="187209"/>
              </a:xfrm>
              <a:prstGeom prst="rect">
                <a:avLst/>
              </a:prstGeom>
            </p:spPr>
          </p:pic>
          <p:pic>
            <p:nvPicPr>
              <p:cNvPr id="90" name="Picture 89">
                <a:extLst>
                  <a:ext uri="{FF2B5EF4-FFF2-40B4-BE49-F238E27FC236}">
                    <a16:creationId xmlns:a16="http://schemas.microsoft.com/office/drawing/2014/main" id="{4177F007-6934-F65B-843C-A3A07871844C}"/>
                  </a:ext>
                </a:extLst>
              </p:cNvPr>
              <p:cNvPicPr>
                <a:picLocks noChangeAspect="1"/>
              </p:cNvPicPr>
              <p:nvPr/>
            </p:nvPicPr>
            <p:blipFill>
              <a:blip r:embed="rId13"/>
              <a:stretch>
                <a:fillRect/>
              </a:stretch>
            </p:blipFill>
            <p:spPr>
              <a:xfrm>
                <a:off x="1412858" y="3969702"/>
                <a:ext cx="635498" cy="165538"/>
              </a:xfrm>
              <a:prstGeom prst="rect">
                <a:avLst/>
              </a:prstGeom>
            </p:spPr>
          </p:pic>
          <p:grpSp>
            <p:nvGrpSpPr>
              <p:cNvPr id="98" name="Group 97">
                <a:extLst>
                  <a:ext uri="{FF2B5EF4-FFF2-40B4-BE49-F238E27FC236}">
                    <a16:creationId xmlns:a16="http://schemas.microsoft.com/office/drawing/2014/main" id="{49251018-AAC5-F6AD-67C1-3560E903753D}"/>
                  </a:ext>
                </a:extLst>
              </p:cNvPr>
              <p:cNvGrpSpPr/>
              <p:nvPr/>
            </p:nvGrpSpPr>
            <p:grpSpPr>
              <a:xfrm>
                <a:off x="8188588" y="3881913"/>
                <a:ext cx="1416015" cy="313000"/>
                <a:chOff x="9761400" y="7953785"/>
                <a:chExt cx="1416015" cy="313000"/>
              </a:xfrm>
            </p:grpSpPr>
            <p:pic>
              <p:nvPicPr>
                <p:cNvPr id="52" name="Graphic 51">
                  <a:extLst>
                    <a:ext uri="{FF2B5EF4-FFF2-40B4-BE49-F238E27FC236}">
                      <a16:creationId xmlns:a16="http://schemas.microsoft.com/office/drawing/2014/main" id="{674D3ACF-3997-534F-D932-07F5D5BC2C8E}"/>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9761400" y="7953785"/>
                  <a:ext cx="313000" cy="313000"/>
                </a:xfrm>
                <a:prstGeom prst="rect">
                  <a:avLst/>
                </a:prstGeom>
              </p:spPr>
            </p:pic>
            <p:sp>
              <p:nvSpPr>
                <p:cNvPr id="91" name="TextBox 90">
                  <a:extLst>
                    <a:ext uri="{FF2B5EF4-FFF2-40B4-BE49-F238E27FC236}">
                      <a16:creationId xmlns:a16="http://schemas.microsoft.com/office/drawing/2014/main" id="{FC5B123E-AFF8-DFA4-D5C4-42DF0863A168}"/>
                    </a:ext>
                  </a:extLst>
                </p:cNvPr>
                <p:cNvSpPr txBox="1"/>
                <p:nvPr/>
              </p:nvSpPr>
              <p:spPr>
                <a:xfrm>
                  <a:off x="10130393" y="8033340"/>
                  <a:ext cx="1047022" cy="153888"/>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Segoe Sans Text Semibold"/>
                      <a:ea typeface="+mn-ea"/>
                      <a:cs typeface="+mn-cs"/>
                    </a:rPr>
                    <a:t>Microsoft Fabric</a:t>
                  </a:r>
                </a:p>
              </p:txBody>
            </p:sp>
          </p:grpSp>
          <p:grpSp>
            <p:nvGrpSpPr>
              <p:cNvPr id="99" name="Group 98">
                <a:extLst>
                  <a:ext uri="{FF2B5EF4-FFF2-40B4-BE49-F238E27FC236}">
                    <a16:creationId xmlns:a16="http://schemas.microsoft.com/office/drawing/2014/main" id="{EC5862E8-99BB-6902-D028-CF601B768ED3}"/>
                  </a:ext>
                </a:extLst>
              </p:cNvPr>
              <p:cNvGrpSpPr/>
              <p:nvPr/>
            </p:nvGrpSpPr>
            <p:grpSpPr>
              <a:xfrm>
                <a:off x="9882716" y="3916267"/>
                <a:ext cx="1499711" cy="275440"/>
                <a:chOff x="11455528" y="7988139"/>
                <a:chExt cx="1499711" cy="275440"/>
              </a:xfrm>
            </p:grpSpPr>
            <p:pic>
              <p:nvPicPr>
                <p:cNvPr id="92" name="Graphic 91">
                  <a:extLst>
                    <a:ext uri="{FF2B5EF4-FFF2-40B4-BE49-F238E27FC236}">
                      <a16:creationId xmlns:a16="http://schemas.microsoft.com/office/drawing/2014/main" id="{6EC0E887-D24A-5BE2-A903-FDADD6F9A8C9}"/>
                    </a:ext>
                  </a:extLst>
                </p:cNvPr>
                <p:cNvPicPr>
                  <a:picLocks noChangeAspect="1"/>
                </p:cNvPicPr>
                <p:nvPr/>
              </p:nvPicPr>
              <p:blipFill>
                <a:blip r:embed="rId15">
                  <a:extLst>
                    <a:ext uri="{28A0092B-C50C-407E-A947-70E740481C1C}">
                      <a14:useLocalDpi xmlns:a14="http://schemas.microsoft.com/office/drawing/2010/main" val="0"/>
                    </a:ext>
                  </a:extLst>
                </a:blip>
                <a:srcRect/>
                <a:stretch/>
              </p:blipFill>
              <p:spPr>
                <a:xfrm>
                  <a:off x="11455528" y="7988139"/>
                  <a:ext cx="313000" cy="275440"/>
                </a:xfrm>
                <a:prstGeom prst="rect">
                  <a:avLst/>
                </a:prstGeom>
              </p:spPr>
            </p:pic>
            <p:sp>
              <p:nvSpPr>
                <p:cNvPr id="93" name="TextBox 92">
                  <a:extLst>
                    <a:ext uri="{FF2B5EF4-FFF2-40B4-BE49-F238E27FC236}">
                      <a16:creationId xmlns:a16="http://schemas.microsoft.com/office/drawing/2014/main" id="{731607CD-477F-11B0-5B81-3F5AAFF4971D}"/>
                    </a:ext>
                  </a:extLst>
                </p:cNvPr>
                <p:cNvSpPr txBox="1"/>
                <p:nvPr/>
              </p:nvSpPr>
              <p:spPr>
                <a:xfrm>
                  <a:off x="11824520" y="8048915"/>
                  <a:ext cx="1130719" cy="153888"/>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Segoe Sans Text Semibold"/>
                      <a:ea typeface="+mn-ea"/>
                      <a:cs typeface="+mn-cs"/>
                    </a:rPr>
                    <a:t>Microsoft </a:t>
                  </a:r>
                  <a:r>
                    <a:rPr kumimoji="0" lang="en-US" sz="1000" b="0" i="0" u="none" strike="noStrike" kern="1200" cap="none" spc="0" normalizeH="0" baseline="0" noProof="0" err="1">
                      <a:ln>
                        <a:noFill/>
                      </a:ln>
                      <a:solidFill>
                        <a:srgbClr val="000000"/>
                      </a:solidFill>
                      <a:effectLst/>
                      <a:uLnTx/>
                      <a:uFillTx/>
                      <a:latin typeface="Segoe Sans Text Semibold"/>
                      <a:ea typeface="+mn-ea"/>
                      <a:cs typeface="+mn-cs"/>
                    </a:rPr>
                    <a:t>OneLake</a:t>
                  </a:r>
                  <a:endParaRPr kumimoji="0" lang="en-US" sz="1000" b="0" i="0" u="none" strike="noStrike" kern="1200" cap="none" spc="0" normalizeH="0" baseline="0" noProof="0">
                    <a:ln>
                      <a:noFill/>
                    </a:ln>
                    <a:solidFill>
                      <a:srgbClr val="000000"/>
                    </a:solidFill>
                    <a:effectLst/>
                    <a:uLnTx/>
                    <a:uFillTx/>
                    <a:latin typeface="Segoe Sans Text Semibold"/>
                    <a:ea typeface="+mn-ea"/>
                    <a:cs typeface="+mn-cs"/>
                  </a:endParaRPr>
                </a:p>
              </p:txBody>
            </p:sp>
          </p:grpSp>
          <p:grpSp>
            <p:nvGrpSpPr>
              <p:cNvPr id="97" name="Group 96">
                <a:extLst>
                  <a:ext uri="{FF2B5EF4-FFF2-40B4-BE49-F238E27FC236}">
                    <a16:creationId xmlns:a16="http://schemas.microsoft.com/office/drawing/2014/main" id="{A5E027A0-0DFB-54F3-18BF-10A3EE588586}"/>
                  </a:ext>
                </a:extLst>
              </p:cNvPr>
              <p:cNvGrpSpPr/>
              <p:nvPr/>
            </p:nvGrpSpPr>
            <p:grpSpPr>
              <a:xfrm>
                <a:off x="6644925" y="3894113"/>
                <a:ext cx="1268066" cy="313000"/>
                <a:chOff x="8181564" y="7976932"/>
                <a:chExt cx="1268066" cy="313000"/>
              </a:xfrm>
            </p:grpSpPr>
            <p:pic>
              <p:nvPicPr>
                <p:cNvPr id="94" name="Graphic 91">
                  <a:extLst>
                    <a:ext uri="{FF2B5EF4-FFF2-40B4-BE49-F238E27FC236}">
                      <a16:creationId xmlns:a16="http://schemas.microsoft.com/office/drawing/2014/main" id="{5A67931E-CBA5-845D-5927-23FFA3543054}"/>
                    </a:ext>
                  </a:extLst>
                </p:cNvPr>
                <p:cNvPicPr>
                  <a:picLocks noChangeAspect="1"/>
                </p:cNvPicPr>
                <p:nvPr/>
              </p:nvPicPr>
              <p:blipFill>
                <a:blip r:embed="rId16">
                  <a:extLst>
                    <a:ext uri="{28A0092B-C50C-407E-A947-70E740481C1C}">
                      <a14:useLocalDpi xmlns:a14="http://schemas.microsoft.com/office/drawing/2010/main" val="0"/>
                    </a:ext>
                  </a:extLst>
                </a:blip>
                <a:srcRect/>
                <a:stretch/>
              </p:blipFill>
              <p:spPr>
                <a:xfrm>
                  <a:off x="8181564" y="7976932"/>
                  <a:ext cx="236226" cy="313000"/>
                </a:xfrm>
                <a:prstGeom prst="rect">
                  <a:avLst/>
                </a:prstGeom>
              </p:spPr>
            </p:pic>
            <p:sp>
              <p:nvSpPr>
                <p:cNvPr id="95" name="TextBox 94">
                  <a:extLst>
                    <a:ext uri="{FF2B5EF4-FFF2-40B4-BE49-F238E27FC236}">
                      <a16:creationId xmlns:a16="http://schemas.microsoft.com/office/drawing/2014/main" id="{A00FB923-9AEB-47C6-C995-B85A7F9FE919}"/>
                    </a:ext>
                  </a:extLst>
                </p:cNvPr>
                <p:cNvSpPr txBox="1"/>
                <p:nvPr/>
              </p:nvSpPr>
              <p:spPr>
                <a:xfrm>
                  <a:off x="8543242" y="8063597"/>
                  <a:ext cx="906388" cy="153888"/>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Segoe Sans Text Semibold"/>
                      <a:ea typeface="+mn-ea"/>
                      <a:cs typeface="+mn-cs"/>
                    </a:rPr>
                    <a:t>Microsoft Bing</a:t>
                  </a:r>
                </a:p>
              </p:txBody>
            </p:sp>
          </p:grpSp>
        </p:grpSp>
        <p:pic>
          <p:nvPicPr>
            <p:cNvPr id="40" name="Picture 39">
              <a:extLst>
                <a:ext uri="{FF2B5EF4-FFF2-40B4-BE49-F238E27FC236}">
                  <a16:creationId xmlns:a16="http://schemas.microsoft.com/office/drawing/2014/main" id="{3CB74930-65CA-68BA-5642-2B1FC6E0BB1D}"/>
                </a:ext>
              </a:extLst>
            </p:cNvPr>
            <p:cNvPicPr>
              <a:picLocks noChangeAspect="1"/>
            </p:cNvPicPr>
            <p:nvPr/>
          </p:nvPicPr>
          <p:blipFill>
            <a:blip r:embed="rId17"/>
            <a:stretch>
              <a:fillRect/>
            </a:stretch>
          </p:blipFill>
          <p:spPr>
            <a:xfrm>
              <a:off x="2136479" y="4026939"/>
              <a:ext cx="830234" cy="102159"/>
            </a:xfrm>
            <a:prstGeom prst="rect">
              <a:avLst/>
            </a:prstGeom>
          </p:spPr>
        </p:pic>
        <p:pic>
          <p:nvPicPr>
            <p:cNvPr id="41" name="Picture 40">
              <a:extLst>
                <a:ext uri="{FF2B5EF4-FFF2-40B4-BE49-F238E27FC236}">
                  <a16:creationId xmlns:a16="http://schemas.microsoft.com/office/drawing/2014/main" id="{9DBAD7C3-48E2-B7EF-BFDD-9AA00F2F1F1B}"/>
                </a:ext>
              </a:extLst>
            </p:cNvPr>
            <p:cNvPicPr>
              <a:picLocks noChangeAspect="1"/>
            </p:cNvPicPr>
            <p:nvPr/>
          </p:nvPicPr>
          <p:blipFill>
            <a:blip r:embed="rId18"/>
            <a:stretch>
              <a:fillRect/>
            </a:stretch>
          </p:blipFill>
          <p:spPr>
            <a:xfrm>
              <a:off x="4110929" y="3996063"/>
              <a:ext cx="975497" cy="144800"/>
            </a:xfrm>
            <a:prstGeom prst="rect">
              <a:avLst/>
            </a:prstGeom>
          </p:spPr>
        </p:pic>
      </p:grpSp>
      <p:sp>
        <p:nvSpPr>
          <p:cNvPr id="4" name="Rectangle: Rounded Corners 146">
            <a:extLst>
              <a:ext uri="{FF2B5EF4-FFF2-40B4-BE49-F238E27FC236}">
                <a16:creationId xmlns:a16="http://schemas.microsoft.com/office/drawing/2014/main" id="{8100163A-8DFE-7A08-2928-11919AE0D450}"/>
              </a:ext>
              <a:ext uri="{C183D7F6-B498-43B3-948B-1728B52AA6E4}">
                <adec:decorative xmlns:adec="http://schemas.microsoft.com/office/drawing/2017/decorative" val="0"/>
              </a:ext>
            </a:extLst>
          </p:cNvPr>
          <p:cNvSpPr/>
          <p:nvPr/>
        </p:nvSpPr>
        <p:spPr bwMode="auto">
          <a:xfrm>
            <a:off x="2966713" y="2095540"/>
            <a:ext cx="2011680" cy="1248937"/>
          </a:xfrm>
          <a:prstGeom prst="roundRect">
            <a:avLst>
              <a:gd name="adj" fmla="val 20830"/>
            </a:avLst>
          </a:prstGeom>
          <a:solidFill>
            <a:schemeClr val="bg1"/>
          </a:solidFill>
          <a:ln>
            <a:noFill/>
          </a:ln>
          <a:effectLst>
            <a:outerShdw blurRad="50800" dist="38100" dir="5400000" algn="t" rotWithShape="0">
              <a:prstClr val="black">
                <a:alpha val="40000"/>
              </a:prstClr>
            </a:outerShdw>
          </a:effectLst>
        </p:spPr>
        <p:txBody>
          <a:bodyPr wrap="square" lIns="91440" tIns="91440" rIns="91440" bIns="91440" rtlCol="0" anchor="b" anchorCtr="0">
            <a:noAutofit/>
          </a:bodyPr>
          <a:lstStyle>
            <a:defPPr>
              <a:defRPr lang="en-US"/>
            </a:defPPr>
            <a:lvl1pPr marL="0" algn="l" defTabSz="717626" rtl="0" eaLnBrk="1" latinLnBrk="0" hangingPunct="1">
              <a:defRPr sz="1413" kern="1200">
                <a:solidFill>
                  <a:schemeClr val="tx1"/>
                </a:solidFill>
                <a:latin typeface="+mn-lt"/>
                <a:ea typeface="+mn-ea"/>
                <a:cs typeface="+mn-cs"/>
              </a:defRPr>
            </a:lvl1pPr>
            <a:lvl2pPr marL="358814" algn="l" defTabSz="717626" rtl="0" eaLnBrk="1" latinLnBrk="0" hangingPunct="1">
              <a:defRPr sz="1413" kern="1200">
                <a:solidFill>
                  <a:schemeClr val="tx1"/>
                </a:solidFill>
                <a:latin typeface="+mn-lt"/>
                <a:ea typeface="+mn-ea"/>
                <a:cs typeface="+mn-cs"/>
              </a:defRPr>
            </a:lvl2pPr>
            <a:lvl3pPr marL="717626" algn="l" defTabSz="717626" rtl="0" eaLnBrk="1" latinLnBrk="0" hangingPunct="1">
              <a:defRPr sz="1413" kern="1200">
                <a:solidFill>
                  <a:schemeClr val="tx1"/>
                </a:solidFill>
                <a:latin typeface="+mn-lt"/>
                <a:ea typeface="+mn-ea"/>
                <a:cs typeface="+mn-cs"/>
              </a:defRPr>
            </a:lvl3pPr>
            <a:lvl4pPr marL="1076440" algn="l" defTabSz="717626" rtl="0" eaLnBrk="1" latinLnBrk="0" hangingPunct="1">
              <a:defRPr sz="1413" kern="1200">
                <a:solidFill>
                  <a:schemeClr val="tx1"/>
                </a:solidFill>
                <a:latin typeface="+mn-lt"/>
                <a:ea typeface="+mn-ea"/>
                <a:cs typeface="+mn-cs"/>
              </a:defRPr>
            </a:lvl4pPr>
            <a:lvl5pPr marL="1435252" algn="l" defTabSz="717626" rtl="0" eaLnBrk="1" latinLnBrk="0" hangingPunct="1">
              <a:defRPr sz="1413" kern="1200">
                <a:solidFill>
                  <a:schemeClr val="tx1"/>
                </a:solidFill>
                <a:latin typeface="+mn-lt"/>
                <a:ea typeface="+mn-ea"/>
                <a:cs typeface="+mn-cs"/>
              </a:defRPr>
            </a:lvl5pPr>
            <a:lvl6pPr marL="1794066" algn="l" defTabSz="717626" rtl="0" eaLnBrk="1" latinLnBrk="0" hangingPunct="1">
              <a:defRPr sz="1413" kern="1200">
                <a:solidFill>
                  <a:schemeClr val="tx1"/>
                </a:solidFill>
                <a:latin typeface="+mn-lt"/>
                <a:ea typeface="+mn-ea"/>
                <a:cs typeface="+mn-cs"/>
              </a:defRPr>
            </a:lvl6pPr>
            <a:lvl7pPr marL="2152877" algn="l" defTabSz="717626" rtl="0" eaLnBrk="1" latinLnBrk="0" hangingPunct="1">
              <a:defRPr sz="1413" kern="1200">
                <a:solidFill>
                  <a:schemeClr val="tx1"/>
                </a:solidFill>
                <a:latin typeface="+mn-lt"/>
                <a:ea typeface="+mn-ea"/>
                <a:cs typeface="+mn-cs"/>
              </a:defRPr>
            </a:lvl7pPr>
            <a:lvl8pPr marL="2511691" algn="l" defTabSz="717626" rtl="0" eaLnBrk="1" latinLnBrk="0" hangingPunct="1">
              <a:defRPr sz="1413" kern="1200">
                <a:solidFill>
                  <a:schemeClr val="tx1"/>
                </a:solidFill>
                <a:latin typeface="+mn-lt"/>
                <a:ea typeface="+mn-ea"/>
                <a:cs typeface="+mn-cs"/>
              </a:defRPr>
            </a:lvl8pPr>
            <a:lvl9pPr marL="2870503" algn="l" defTabSz="717626" rtl="0" eaLnBrk="1" latinLnBrk="0" hangingPunct="1">
              <a:defRPr sz="1413" kern="1200">
                <a:solidFill>
                  <a:schemeClr val="tx1"/>
                </a:solidFill>
                <a:latin typeface="+mn-lt"/>
                <a:ea typeface="+mn-ea"/>
                <a:cs typeface="+mn-cs"/>
              </a:defRPr>
            </a:lvl9pPr>
          </a:lstStyle>
          <a:p>
            <a:pPr marL="0" marR="0" lvl="0" indent="0" algn="ctr" defTabSz="541895" rtl="0" eaLnBrk="1" fontAlgn="auto" latinLnBrk="0" hangingPunct="1">
              <a:lnSpc>
                <a:spcPct val="100000"/>
              </a:lnSpc>
              <a:spcBef>
                <a:spcPct val="0"/>
              </a:spcBef>
              <a:spcAft>
                <a:spcPct val="0"/>
              </a:spcAft>
              <a:buClrTx/>
              <a:buSzTx/>
              <a:buFontTx/>
              <a:buNone/>
              <a:tabLst>
                <a:tab pos="881290" algn="l"/>
              </a:tabLst>
              <a:defRPr/>
            </a:pPr>
            <a:r>
              <a:rPr kumimoji="0" lang="en-US" sz="1600" b="1" i="0" u="none" strike="noStrike" kern="1200" cap="none" spc="0" normalizeH="0" baseline="0" noProof="0">
                <a:ln>
                  <a:noFill/>
                </a:ln>
                <a:solidFill>
                  <a:srgbClr val="000000"/>
                </a:solidFill>
                <a:effectLst/>
                <a:uLnTx/>
                <a:uFillTx/>
                <a:latin typeface="Segoe Sans Text Semibold"/>
                <a:ea typeface="+mn-ea"/>
                <a:cs typeface="+mn-cs"/>
              </a:rPr>
              <a:t>Agent Service</a:t>
            </a:r>
          </a:p>
        </p:txBody>
      </p:sp>
      <p:sp>
        <p:nvSpPr>
          <p:cNvPr id="5" name="Rectangle: Rounded Corners 146">
            <a:extLst>
              <a:ext uri="{FF2B5EF4-FFF2-40B4-BE49-F238E27FC236}">
                <a16:creationId xmlns:a16="http://schemas.microsoft.com/office/drawing/2014/main" id="{BCF50570-1CB9-EA07-8453-636596068037}"/>
              </a:ext>
              <a:ext uri="{C183D7F6-B498-43B3-948B-1728B52AA6E4}">
                <adec:decorative xmlns:adec="http://schemas.microsoft.com/office/drawing/2017/decorative" val="0"/>
              </a:ext>
            </a:extLst>
          </p:cNvPr>
          <p:cNvSpPr/>
          <p:nvPr/>
        </p:nvSpPr>
        <p:spPr bwMode="auto">
          <a:xfrm>
            <a:off x="5090160" y="2098062"/>
            <a:ext cx="2011680" cy="1248936"/>
          </a:xfrm>
          <a:prstGeom prst="roundRect">
            <a:avLst>
              <a:gd name="adj" fmla="val 20830"/>
            </a:avLst>
          </a:prstGeom>
          <a:solidFill>
            <a:schemeClr val="bg1"/>
          </a:solidFill>
          <a:ln>
            <a:noFill/>
          </a:ln>
          <a:effectLst>
            <a:outerShdw blurRad="50800" dist="38100" dir="5400000" algn="t" rotWithShape="0">
              <a:prstClr val="black">
                <a:alpha val="40000"/>
              </a:prstClr>
            </a:outerShdw>
          </a:effectLst>
        </p:spPr>
        <p:txBody>
          <a:bodyPr wrap="square" lIns="91440" tIns="91440" rIns="91440" bIns="91440" rtlCol="0" anchor="b" anchorCtr="0">
            <a:noAutofit/>
          </a:bodyPr>
          <a:lstStyle>
            <a:defPPr>
              <a:defRPr lang="en-US"/>
            </a:defPPr>
            <a:lvl1pPr marL="0" algn="l" defTabSz="717626" rtl="0" eaLnBrk="1" latinLnBrk="0" hangingPunct="1">
              <a:defRPr sz="1413" kern="1200">
                <a:solidFill>
                  <a:schemeClr val="tx1"/>
                </a:solidFill>
                <a:latin typeface="+mn-lt"/>
                <a:ea typeface="+mn-ea"/>
                <a:cs typeface="+mn-cs"/>
              </a:defRPr>
            </a:lvl1pPr>
            <a:lvl2pPr marL="358814" algn="l" defTabSz="717626" rtl="0" eaLnBrk="1" latinLnBrk="0" hangingPunct="1">
              <a:defRPr sz="1413" kern="1200">
                <a:solidFill>
                  <a:schemeClr val="tx1"/>
                </a:solidFill>
                <a:latin typeface="+mn-lt"/>
                <a:ea typeface="+mn-ea"/>
                <a:cs typeface="+mn-cs"/>
              </a:defRPr>
            </a:lvl2pPr>
            <a:lvl3pPr marL="717626" algn="l" defTabSz="717626" rtl="0" eaLnBrk="1" latinLnBrk="0" hangingPunct="1">
              <a:defRPr sz="1413" kern="1200">
                <a:solidFill>
                  <a:schemeClr val="tx1"/>
                </a:solidFill>
                <a:latin typeface="+mn-lt"/>
                <a:ea typeface="+mn-ea"/>
                <a:cs typeface="+mn-cs"/>
              </a:defRPr>
            </a:lvl3pPr>
            <a:lvl4pPr marL="1076440" algn="l" defTabSz="717626" rtl="0" eaLnBrk="1" latinLnBrk="0" hangingPunct="1">
              <a:defRPr sz="1413" kern="1200">
                <a:solidFill>
                  <a:schemeClr val="tx1"/>
                </a:solidFill>
                <a:latin typeface="+mn-lt"/>
                <a:ea typeface="+mn-ea"/>
                <a:cs typeface="+mn-cs"/>
              </a:defRPr>
            </a:lvl4pPr>
            <a:lvl5pPr marL="1435252" algn="l" defTabSz="717626" rtl="0" eaLnBrk="1" latinLnBrk="0" hangingPunct="1">
              <a:defRPr sz="1413" kern="1200">
                <a:solidFill>
                  <a:schemeClr val="tx1"/>
                </a:solidFill>
                <a:latin typeface="+mn-lt"/>
                <a:ea typeface="+mn-ea"/>
                <a:cs typeface="+mn-cs"/>
              </a:defRPr>
            </a:lvl5pPr>
            <a:lvl6pPr marL="1794066" algn="l" defTabSz="717626" rtl="0" eaLnBrk="1" latinLnBrk="0" hangingPunct="1">
              <a:defRPr sz="1413" kern="1200">
                <a:solidFill>
                  <a:schemeClr val="tx1"/>
                </a:solidFill>
                <a:latin typeface="+mn-lt"/>
                <a:ea typeface="+mn-ea"/>
                <a:cs typeface="+mn-cs"/>
              </a:defRPr>
            </a:lvl6pPr>
            <a:lvl7pPr marL="2152877" algn="l" defTabSz="717626" rtl="0" eaLnBrk="1" latinLnBrk="0" hangingPunct="1">
              <a:defRPr sz="1413" kern="1200">
                <a:solidFill>
                  <a:schemeClr val="tx1"/>
                </a:solidFill>
                <a:latin typeface="+mn-lt"/>
                <a:ea typeface="+mn-ea"/>
                <a:cs typeface="+mn-cs"/>
              </a:defRPr>
            </a:lvl7pPr>
            <a:lvl8pPr marL="2511691" algn="l" defTabSz="717626" rtl="0" eaLnBrk="1" latinLnBrk="0" hangingPunct="1">
              <a:defRPr sz="1413" kern="1200">
                <a:solidFill>
                  <a:schemeClr val="tx1"/>
                </a:solidFill>
                <a:latin typeface="+mn-lt"/>
                <a:ea typeface="+mn-ea"/>
                <a:cs typeface="+mn-cs"/>
              </a:defRPr>
            </a:lvl8pPr>
            <a:lvl9pPr marL="2870503" algn="l" defTabSz="717626" rtl="0" eaLnBrk="1" latinLnBrk="0" hangingPunct="1">
              <a:defRPr sz="1413" kern="1200">
                <a:solidFill>
                  <a:schemeClr val="tx1"/>
                </a:solidFill>
                <a:latin typeface="+mn-lt"/>
                <a:ea typeface="+mn-ea"/>
                <a:cs typeface="+mn-cs"/>
              </a:defRPr>
            </a:lvl9pPr>
          </a:lstStyle>
          <a:p>
            <a:pPr marL="0" marR="0" lvl="0" indent="0" algn="ctr" defTabSz="541895" rtl="0" eaLnBrk="1" fontAlgn="auto" latinLnBrk="0" hangingPunct="1">
              <a:lnSpc>
                <a:spcPct val="100000"/>
              </a:lnSpc>
              <a:spcBef>
                <a:spcPct val="0"/>
              </a:spcBef>
              <a:spcAft>
                <a:spcPct val="0"/>
              </a:spcAft>
              <a:buClrTx/>
              <a:buSzTx/>
              <a:buFontTx/>
              <a:buNone/>
              <a:tabLst>
                <a:tab pos="881290" algn="l"/>
              </a:tabLst>
              <a:defRPr/>
            </a:pPr>
            <a:r>
              <a:rPr kumimoji="0" lang="en-US" sz="1600" b="1" i="0" u="none" strike="noStrike" kern="1200" cap="none" spc="0" normalizeH="0" baseline="0" noProof="0">
                <a:ln>
                  <a:noFill/>
                </a:ln>
                <a:solidFill>
                  <a:srgbClr val="000000"/>
                </a:solidFill>
                <a:effectLst/>
                <a:uLnTx/>
                <a:uFillTx/>
                <a:latin typeface="Segoe Sans Text Semibold"/>
                <a:ea typeface="+mn-ea"/>
                <a:cs typeface="+mn-cs"/>
              </a:rPr>
              <a:t>IQ</a:t>
            </a:r>
          </a:p>
        </p:txBody>
      </p:sp>
      <p:sp>
        <p:nvSpPr>
          <p:cNvPr id="33" name="Rectangle: Rounded Corners 146">
            <a:extLst>
              <a:ext uri="{FF2B5EF4-FFF2-40B4-BE49-F238E27FC236}">
                <a16:creationId xmlns:a16="http://schemas.microsoft.com/office/drawing/2014/main" id="{0B78C5E3-9400-9381-E055-73B878455648}"/>
              </a:ext>
              <a:ext uri="{C183D7F6-B498-43B3-948B-1728B52AA6E4}">
                <adec:decorative xmlns:adec="http://schemas.microsoft.com/office/drawing/2017/decorative" val="0"/>
              </a:ext>
            </a:extLst>
          </p:cNvPr>
          <p:cNvSpPr/>
          <p:nvPr/>
        </p:nvSpPr>
        <p:spPr bwMode="auto">
          <a:xfrm>
            <a:off x="7212371" y="2095540"/>
            <a:ext cx="2011680" cy="1241431"/>
          </a:xfrm>
          <a:prstGeom prst="roundRect">
            <a:avLst>
              <a:gd name="adj" fmla="val 20830"/>
            </a:avLst>
          </a:prstGeom>
          <a:solidFill>
            <a:schemeClr val="bg1"/>
          </a:solidFill>
          <a:ln>
            <a:noFill/>
          </a:ln>
          <a:effectLst>
            <a:outerShdw blurRad="50800" dist="38100" dir="5400000" algn="t" rotWithShape="0">
              <a:prstClr val="black">
                <a:alpha val="40000"/>
              </a:prstClr>
            </a:outerShdw>
          </a:effectLst>
        </p:spPr>
        <p:txBody>
          <a:bodyPr wrap="square" lIns="91440" tIns="91440" rIns="91440" bIns="91440" rtlCol="0" anchor="b" anchorCtr="0">
            <a:noAutofit/>
          </a:bodyPr>
          <a:lstStyle>
            <a:defPPr>
              <a:defRPr lang="en-US"/>
            </a:defPPr>
            <a:lvl1pPr marL="0" algn="l" defTabSz="717626" rtl="0" eaLnBrk="1" latinLnBrk="0" hangingPunct="1">
              <a:defRPr sz="1413" kern="1200">
                <a:solidFill>
                  <a:schemeClr val="tx1"/>
                </a:solidFill>
                <a:latin typeface="+mn-lt"/>
                <a:ea typeface="+mn-ea"/>
                <a:cs typeface="+mn-cs"/>
              </a:defRPr>
            </a:lvl1pPr>
            <a:lvl2pPr marL="358814" algn="l" defTabSz="717626" rtl="0" eaLnBrk="1" latinLnBrk="0" hangingPunct="1">
              <a:defRPr sz="1413" kern="1200">
                <a:solidFill>
                  <a:schemeClr val="tx1"/>
                </a:solidFill>
                <a:latin typeface="+mn-lt"/>
                <a:ea typeface="+mn-ea"/>
                <a:cs typeface="+mn-cs"/>
              </a:defRPr>
            </a:lvl2pPr>
            <a:lvl3pPr marL="717626" algn="l" defTabSz="717626" rtl="0" eaLnBrk="1" latinLnBrk="0" hangingPunct="1">
              <a:defRPr sz="1413" kern="1200">
                <a:solidFill>
                  <a:schemeClr val="tx1"/>
                </a:solidFill>
                <a:latin typeface="+mn-lt"/>
                <a:ea typeface="+mn-ea"/>
                <a:cs typeface="+mn-cs"/>
              </a:defRPr>
            </a:lvl3pPr>
            <a:lvl4pPr marL="1076440" algn="l" defTabSz="717626" rtl="0" eaLnBrk="1" latinLnBrk="0" hangingPunct="1">
              <a:defRPr sz="1413" kern="1200">
                <a:solidFill>
                  <a:schemeClr val="tx1"/>
                </a:solidFill>
                <a:latin typeface="+mn-lt"/>
                <a:ea typeface="+mn-ea"/>
                <a:cs typeface="+mn-cs"/>
              </a:defRPr>
            </a:lvl4pPr>
            <a:lvl5pPr marL="1435252" algn="l" defTabSz="717626" rtl="0" eaLnBrk="1" latinLnBrk="0" hangingPunct="1">
              <a:defRPr sz="1413" kern="1200">
                <a:solidFill>
                  <a:schemeClr val="tx1"/>
                </a:solidFill>
                <a:latin typeface="+mn-lt"/>
                <a:ea typeface="+mn-ea"/>
                <a:cs typeface="+mn-cs"/>
              </a:defRPr>
            </a:lvl5pPr>
            <a:lvl6pPr marL="1794066" algn="l" defTabSz="717626" rtl="0" eaLnBrk="1" latinLnBrk="0" hangingPunct="1">
              <a:defRPr sz="1413" kern="1200">
                <a:solidFill>
                  <a:schemeClr val="tx1"/>
                </a:solidFill>
                <a:latin typeface="+mn-lt"/>
                <a:ea typeface="+mn-ea"/>
                <a:cs typeface="+mn-cs"/>
              </a:defRPr>
            </a:lvl6pPr>
            <a:lvl7pPr marL="2152877" algn="l" defTabSz="717626" rtl="0" eaLnBrk="1" latinLnBrk="0" hangingPunct="1">
              <a:defRPr sz="1413" kern="1200">
                <a:solidFill>
                  <a:schemeClr val="tx1"/>
                </a:solidFill>
                <a:latin typeface="+mn-lt"/>
                <a:ea typeface="+mn-ea"/>
                <a:cs typeface="+mn-cs"/>
              </a:defRPr>
            </a:lvl7pPr>
            <a:lvl8pPr marL="2511691" algn="l" defTabSz="717626" rtl="0" eaLnBrk="1" latinLnBrk="0" hangingPunct="1">
              <a:defRPr sz="1413" kern="1200">
                <a:solidFill>
                  <a:schemeClr val="tx1"/>
                </a:solidFill>
                <a:latin typeface="+mn-lt"/>
                <a:ea typeface="+mn-ea"/>
                <a:cs typeface="+mn-cs"/>
              </a:defRPr>
            </a:lvl8pPr>
            <a:lvl9pPr marL="2870503" algn="l" defTabSz="717626" rtl="0" eaLnBrk="1" latinLnBrk="0" hangingPunct="1">
              <a:defRPr sz="1413" kern="1200">
                <a:solidFill>
                  <a:schemeClr val="tx1"/>
                </a:solidFill>
                <a:latin typeface="+mn-lt"/>
                <a:ea typeface="+mn-ea"/>
                <a:cs typeface="+mn-cs"/>
              </a:defRPr>
            </a:lvl9pPr>
          </a:lstStyle>
          <a:p>
            <a:pPr marL="0" marR="0" lvl="0" indent="0" algn="ctr" defTabSz="541895" rtl="0" eaLnBrk="1" fontAlgn="auto" latinLnBrk="0" hangingPunct="1">
              <a:lnSpc>
                <a:spcPct val="100000"/>
              </a:lnSpc>
              <a:spcBef>
                <a:spcPct val="0"/>
              </a:spcBef>
              <a:spcAft>
                <a:spcPct val="0"/>
              </a:spcAft>
              <a:buClrTx/>
              <a:buSzTx/>
              <a:buFontTx/>
              <a:buNone/>
              <a:tabLst>
                <a:tab pos="881290" algn="l"/>
              </a:tabLst>
              <a:defRPr/>
            </a:pPr>
            <a:r>
              <a:rPr kumimoji="0" lang="en-US" sz="1600" b="1" i="0" u="none" strike="noStrike" kern="1200" cap="none" spc="0" normalizeH="0" baseline="0" noProof="0">
                <a:ln>
                  <a:noFill/>
                </a:ln>
                <a:solidFill>
                  <a:srgbClr val="000000"/>
                </a:solidFill>
                <a:effectLst/>
                <a:uLnTx/>
                <a:uFillTx/>
                <a:latin typeface="Segoe Sans Text Semibold"/>
                <a:ea typeface="+mn-ea"/>
                <a:cs typeface="+mn-cs"/>
              </a:rPr>
              <a:t>Tools</a:t>
            </a:r>
          </a:p>
        </p:txBody>
      </p:sp>
      <p:sp>
        <p:nvSpPr>
          <p:cNvPr id="38" name="Rectangle: Rounded Corners 146">
            <a:extLst>
              <a:ext uri="{FF2B5EF4-FFF2-40B4-BE49-F238E27FC236}">
                <a16:creationId xmlns:a16="http://schemas.microsoft.com/office/drawing/2014/main" id="{7981C2F2-DCC2-1BE1-34FA-BD8822257439}"/>
              </a:ext>
              <a:ext uri="{C183D7F6-B498-43B3-948B-1728B52AA6E4}">
                <adec:decorative xmlns:adec="http://schemas.microsoft.com/office/drawing/2017/decorative" val="0"/>
              </a:ext>
            </a:extLst>
          </p:cNvPr>
          <p:cNvSpPr/>
          <p:nvPr/>
        </p:nvSpPr>
        <p:spPr bwMode="auto">
          <a:xfrm>
            <a:off x="9332675" y="2095539"/>
            <a:ext cx="2011680" cy="1241431"/>
          </a:xfrm>
          <a:prstGeom prst="roundRect">
            <a:avLst>
              <a:gd name="adj" fmla="val 20830"/>
            </a:avLst>
          </a:prstGeom>
          <a:solidFill>
            <a:schemeClr val="bg1"/>
          </a:solidFill>
          <a:ln>
            <a:noFill/>
          </a:ln>
          <a:effectLst>
            <a:outerShdw blurRad="50800" dist="38100" dir="5400000" algn="t" rotWithShape="0">
              <a:prstClr val="black">
                <a:alpha val="40000"/>
              </a:prstClr>
            </a:outerShdw>
          </a:effectLst>
        </p:spPr>
        <p:txBody>
          <a:bodyPr wrap="square" lIns="91440" tIns="91440" rIns="91440" bIns="91440" rtlCol="0" anchor="b" anchorCtr="0">
            <a:noAutofit/>
          </a:bodyPr>
          <a:lstStyle>
            <a:defPPr>
              <a:defRPr lang="en-US"/>
            </a:defPPr>
            <a:lvl1pPr marL="0" algn="l" defTabSz="717626" rtl="0" eaLnBrk="1" latinLnBrk="0" hangingPunct="1">
              <a:defRPr sz="1413" kern="1200">
                <a:solidFill>
                  <a:schemeClr val="tx1"/>
                </a:solidFill>
                <a:latin typeface="+mn-lt"/>
                <a:ea typeface="+mn-ea"/>
                <a:cs typeface="+mn-cs"/>
              </a:defRPr>
            </a:lvl1pPr>
            <a:lvl2pPr marL="358814" algn="l" defTabSz="717626" rtl="0" eaLnBrk="1" latinLnBrk="0" hangingPunct="1">
              <a:defRPr sz="1413" kern="1200">
                <a:solidFill>
                  <a:schemeClr val="tx1"/>
                </a:solidFill>
                <a:latin typeface="+mn-lt"/>
                <a:ea typeface="+mn-ea"/>
                <a:cs typeface="+mn-cs"/>
              </a:defRPr>
            </a:lvl2pPr>
            <a:lvl3pPr marL="717626" algn="l" defTabSz="717626" rtl="0" eaLnBrk="1" latinLnBrk="0" hangingPunct="1">
              <a:defRPr sz="1413" kern="1200">
                <a:solidFill>
                  <a:schemeClr val="tx1"/>
                </a:solidFill>
                <a:latin typeface="+mn-lt"/>
                <a:ea typeface="+mn-ea"/>
                <a:cs typeface="+mn-cs"/>
              </a:defRPr>
            </a:lvl3pPr>
            <a:lvl4pPr marL="1076440" algn="l" defTabSz="717626" rtl="0" eaLnBrk="1" latinLnBrk="0" hangingPunct="1">
              <a:defRPr sz="1413" kern="1200">
                <a:solidFill>
                  <a:schemeClr val="tx1"/>
                </a:solidFill>
                <a:latin typeface="+mn-lt"/>
                <a:ea typeface="+mn-ea"/>
                <a:cs typeface="+mn-cs"/>
              </a:defRPr>
            </a:lvl4pPr>
            <a:lvl5pPr marL="1435252" algn="l" defTabSz="717626" rtl="0" eaLnBrk="1" latinLnBrk="0" hangingPunct="1">
              <a:defRPr sz="1413" kern="1200">
                <a:solidFill>
                  <a:schemeClr val="tx1"/>
                </a:solidFill>
                <a:latin typeface="+mn-lt"/>
                <a:ea typeface="+mn-ea"/>
                <a:cs typeface="+mn-cs"/>
              </a:defRPr>
            </a:lvl5pPr>
            <a:lvl6pPr marL="1794066" algn="l" defTabSz="717626" rtl="0" eaLnBrk="1" latinLnBrk="0" hangingPunct="1">
              <a:defRPr sz="1413" kern="1200">
                <a:solidFill>
                  <a:schemeClr val="tx1"/>
                </a:solidFill>
                <a:latin typeface="+mn-lt"/>
                <a:ea typeface="+mn-ea"/>
                <a:cs typeface="+mn-cs"/>
              </a:defRPr>
            </a:lvl6pPr>
            <a:lvl7pPr marL="2152877" algn="l" defTabSz="717626" rtl="0" eaLnBrk="1" latinLnBrk="0" hangingPunct="1">
              <a:defRPr sz="1413" kern="1200">
                <a:solidFill>
                  <a:schemeClr val="tx1"/>
                </a:solidFill>
                <a:latin typeface="+mn-lt"/>
                <a:ea typeface="+mn-ea"/>
                <a:cs typeface="+mn-cs"/>
              </a:defRPr>
            </a:lvl7pPr>
            <a:lvl8pPr marL="2511691" algn="l" defTabSz="717626" rtl="0" eaLnBrk="1" latinLnBrk="0" hangingPunct="1">
              <a:defRPr sz="1413" kern="1200">
                <a:solidFill>
                  <a:schemeClr val="tx1"/>
                </a:solidFill>
                <a:latin typeface="+mn-lt"/>
                <a:ea typeface="+mn-ea"/>
                <a:cs typeface="+mn-cs"/>
              </a:defRPr>
            </a:lvl8pPr>
            <a:lvl9pPr marL="2870503" algn="l" defTabSz="717626" rtl="0" eaLnBrk="1" latinLnBrk="0" hangingPunct="1">
              <a:defRPr sz="1413"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000000"/>
                </a:solidFill>
                <a:effectLst/>
                <a:uLnTx/>
                <a:uFillTx/>
                <a:latin typeface="Segoe Sans Text Semibold"/>
                <a:ea typeface="+mn-ea"/>
                <a:cs typeface="+mn-cs"/>
              </a:rPr>
              <a:t>Machine Learning</a:t>
            </a:r>
          </a:p>
        </p:txBody>
      </p:sp>
      <p:pic>
        <p:nvPicPr>
          <p:cNvPr id="43" name="Picture 42">
            <a:extLst>
              <a:ext uri="{FF2B5EF4-FFF2-40B4-BE49-F238E27FC236}">
                <a16:creationId xmlns:a16="http://schemas.microsoft.com/office/drawing/2014/main" id="{93F65FC9-FC0A-3AFA-FD8C-7F90437B1EB2}"/>
              </a:ext>
              <a:ext uri="{C183D7F6-B498-43B3-948B-1728B52AA6E4}">
                <adec:decorative xmlns:adec="http://schemas.microsoft.com/office/drawing/2017/decorative" val="1"/>
              </a:ext>
            </a:extLst>
          </p:cNvPr>
          <p:cNvPicPr>
            <a:picLocks noChangeAspect="1"/>
          </p:cNvPicPr>
          <p:nvPr/>
        </p:nvPicPr>
        <p:blipFill>
          <a:blip r:embed="rId19">
            <a:extLst>
              <a:ext uri="{28A0092B-C50C-407E-A947-70E740481C1C}">
                <a14:useLocalDpi xmlns:a14="http://schemas.microsoft.com/office/drawing/2010/main" val="0"/>
              </a:ext>
            </a:extLst>
          </a:blip>
          <a:srcRect/>
          <a:stretch/>
        </p:blipFill>
        <p:spPr>
          <a:xfrm>
            <a:off x="5760185" y="2228010"/>
            <a:ext cx="667251" cy="667251"/>
          </a:xfrm>
          <a:prstGeom prst="rect">
            <a:avLst/>
          </a:prstGeom>
          <a:ln>
            <a:noFill/>
          </a:ln>
        </p:spPr>
      </p:pic>
      <p:sp>
        <p:nvSpPr>
          <p:cNvPr id="44" name="Rectangle: Rounded Corners 146">
            <a:extLst>
              <a:ext uri="{FF2B5EF4-FFF2-40B4-BE49-F238E27FC236}">
                <a16:creationId xmlns:a16="http://schemas.microsoft.com/office/drawing/2014/main" id="{580AF7C7-5282-08B0-8AE9-5CC19E7E267C}"/>
              </a:ext>
              <a:ext uri="{C183D7F6-B498-43B3-948B-1728B52AA6E4}">
                <adec:decorative xmlns:adec="http://schemas.microsoft.com/office/drawing/2017/decorative" val="0"/>
              </a:ext>
            </a:extLst>
          </p:cNvPr>
          <p:cNvSpPr/>
          <p:nvPr/>
        </p:nvSpPr>
        <p:spPr bwMode="auto">
          <a:xfrm>
            <a:off x="843266" y="2066838"/>
            <a:ext cx="2011680" cy="1280160"/>
          </a:xfrm>
          <a:prstGeom prst="roundRect">
            <a:avLst>
              <a:gd name="adj" fmla="val 20830"/>
            </a:avLst>
          </a:prstGeom>
          <a:solidFill>
            <a:schemeClr val="bg1"/>
          </a:solidFill>
          <a:ln>
            <a:noFill/>
          </a:ln>
          <a:effectLst>
            <a:outerShdw blurRad="50800" dist="38100" dir="5400000" algn="t" rotWithShape="0">
              <a:prstClr val="black">
                <a:alpha val="40000"/>
              </a:prstClr>
            </a:outerShdw>
          </a:effectLst>
        </p:spPr>
        <p:txBody>
          <a:bodyPr wrap="square" lIns="91440" tIns="91440" rIns="91440" bIns="91440" rtlCol="0" anchor="b" anchorCtr="0">
            <a:noAutofit/>
          </a:bodyPr>
          <a:lstStyle>
            <a:defPPr>
              <a:defRPr lang="en-US"/>
            </a:defPPr>
            <a:lvl1pPr marL="0" algn="l" defTabSz="717626" rtl="0" eaLnBrk="1" latinLnBrk="0" hangingPunct="1">
              <a:defRPr sz="1413" kern="1200">
                <a:solidFill>
                  <a:schemeClr val="tx1"/>
                </a:solidFill>
                <a:latin typeface="+mn-lt"/>
                <a:ea typeface="+mn-ea"/>
                <a:cs typeface="+mn-cs"/>
              </a:defRPr>
            </a:lvl1pPr>
            <a:lvl2pPr marL="358814" algn="l" defTabSz="717626" rtl="0" eaLnBrk="1" latinLnBrk="0" hangingPunct="1">
              <a:defRPr sz="1413" kern="1200">
                <a:solidFill>
                  <a:schemeClr val="tx1"/>
                </a:solidFill>
                <a:latin typeface="+mn-lt"/>
                <a:ea typeface="+mn-ea"/>
                <a:cs typeface="+mn-cs"/>
              </a:defRPr>
            </a:lvl2pPr>
            <a:lvl3pPr marL="717626" algn="l" defTabSz="717626" rtl="0" eaLnBrk="1" latinLnBrk="0" hangingPunct="1">
              <a:defRPr sz="1413" kern="1200">
                <a:solidFill>
                  <a:schemeClr val="tx1"/>
                </a:solidFill>
                <a:latin typeface="+mn-lt"/>
                <a:ea typeface="+mn-ea"/>
                <a:cs typeface="+mn-cs"/>
              </a:defRPr>
            </a:lvl3pPr>
            <a:lvl4pPr marL="1076440" algn="l" defTabSz="717626" rtl="0" eaLnBrk="1" latinLnBrk="0" hangingPunct="1">
              <a:defRPr sz="1413" kern="1200">
                <a:solidFill>
                  <a:schemeClr val="tx1"/>
                </a:solidFill>
                <a:latin typeface="+mn-lt"/>
                <a:ea typeface="+mn-ea"/>
                <a:cs typeface="+mn-cs"/>
              </a:defRPr>
            </a:lvl4pPr>
            <a:lvl5pPr marL="1435252" algn="l" defTabSz="717626" rtl="0" eaLnBrk="1" latinLnBrk="0" hangingPunct="1">
              <a:defRPr sz="1413" kern="1200">
                <a:solidFill>
                  <a:schemeClr val="tx1"/>
                </a:solidFill>
                <a:latin typeface="+mn-lt"/>
                <a:ea typeface="+mn-ea"/>
                <a:cs typeface="+mn-cs"/>
              </a:defRPr>
            </a:lvl5pPr>
            <a:lvl6pPr marL="1794066" algn="l" defTabSz="717626" rtl="0" eaLnBrk="1" latinLnBrk="0" hangingPunct="1">
              <a:defRPr sz="1413" kern="1200">
                <a:solidFill>
                  <a:schemeClr val="tx1"/>
                </a:solidFill>
                <a:latin typeface="+mn-lt"/>
                <a:ea typeface="+mn-ea"/>
                <a:cs typeface="+mn-cs"/>
              </a:defRPr>
            </a:lvl6pPr>
            <a:lvl7pPr marL="2152877" algn="l" defTabSz="717626" rtl="0" eaLnBrk="1" latinLnBrk="0" hangingPunct="1">
              <a:defRPr sz="1413" kern="1200">
                <a:solidFill>
                  <a:schemeClr val="tx1"/>
                </a:solidFill>
                <a:latin typeface="+mn-lt"/>
                <a:ea typeface="+mn-ea"/>
                <a:cs typeface="+mn-cs"/>
              </a:defRPr>
            </a:lvl7pPr>
            <a:lvl8pPr marL="2511691" algn="l" defTabSz="717626" rtl="0" eaLnBrk="1" latinLnBrk="0" hangingPunct="1">
              <a:defRPr sz="1413" kern="1200">
                <a:solidFill>
                  <a:schemeClr val="tx1"/>
                </a:solidFill>
                <a:latin typeface="+mn-lt"/>
                <a:ea typeface="+mn-ea"/>
                <a:cs typeface="+mn-cs"/>
              </a:defRPr>
            </a:lvl8pPr>
            <a:lvl9pPr marL="2870503" algn="l" defTabSz="717626" rtl="0" eaLnBrk="1" latinLnBrk="0" hangingPunct="1">
              <a:defRPr sz="1413" kern="1200">
                <a:solidFill>
                  <a:schemeClr val="tx1"/>
                </a:solidFill>
                <a:latin typeface="+mn-lt"/>
                <a:ea typeface="+mn-ea"/>
                <a:cs typeface="+mn-cs"/>
              </a:defRPr>
            </a:lvl9pPr>
          </a:lstStyle>
          <a:p>
            <a:pPr marL="0" marR="0" lvl="0" indent="0" algn="ctr" defTabSz="541895" rtl="0" eaLnBrk="1" fontAlgn="auto" latinLnBrk="0" hangingPunct="1">
              <a:lnSpc>
                <a:spcPct val="100000"/>
              </a:lnSpc>
              <a:spcBef>
                <a:spcPct val="0"/>
              </a:spcBef>
              <a:spcAft>
                <a:spcPct val="0"/>
              </a:spcAft>
              <a:buClrTx/>
              <a:buSzTx/>
              <a:buFontTx/>
              <a:buNone/>
              <a:tabLst>
                <a:tab pos="881290" algn="l"/>
              </a:tabLst>
              <a:defRPr/>
            </a:pPr>
            <a:r>
              <a:rPr kumimoji="0" lang="en-US" sz="1600" b="1" i="0" u="none" strike="noStrike" kern="1200" cap="none" spc="0" normalizeH="0" baseline="0" noProof="0">
                <a:ln>
                  <a:noFill/>
                </a:ln>
                <a:solidFill>
                  <a:srgbClr val="000000"/>
                </a:solidFill>
                <a:effectLst/>
                <a:uLnTx/>
                <a:uFillTx/>
                <a:latin typeface="Segoe Sans Text Semibold"/>
                <a:ea typeface="+mn-ea"/>
                <a:cs typeface="+mn-cs"/>
              </a:rPr>
              <a:t>Models</a:t>
            </a:r>
          </a:p>
        </p:txBody>
      </p:sp>
      <p:pic>
        <p:nvPicPr>
          <p:cNvPr id="45" name="Picture 44" descr="A blue triangle logo on a black background&#10;&#10;AI-generated content may be incorrect.">
            <a:extLst>
              <a:ext uri="{FF2B5EF4-FFF2-40B4-BE49-F238E27FC236}">
                <a16:creationId xmlns:a16="http://schemas.microsoft.com/office/drawing/2014/main" id="{C09BFEB6-0D82-339F-0758-6D67CF1D58E0}"/>
              </a:ext>
            </a:extLst>
          </p:cNvPr>
          <p:cNvPicPr>
            <a:picLocks noChangeAspect="1"/>
          </p:cNvPicPr>
          <p:nvPr/>
        </p:nvPicPr>
        <p:blipFill>
          <a:blip r:embed="rId20" cstate="print">
            <a:extLst>
              <a:ext uri="{28A0092B-C50C-407E-A947-70E740481C1C}">
                <a14:useLocalDpi xmlns:a14="http://schemas.microsoft.com/office/drawing/2010/main" val="0"/>
              </a:ext>
            </a:extLst>
          </a:blip>
          <a:stretch>
            <a:fillRect/>
          </a:stretch>
        </p:blipFill>
        <p:spPr>
          <a:xfrm>
            <a:off x="1515504" y="2235916"/>
            <a:ext cx="605206" cy="605206"/>
          </a:xfrm>
          <a:prstGeom prst="rect">
            <a:avLst/>
          </a:prstGeom>
        </p:spPr>
      </p:pic>
      <p:pic>
        <p:nvPicPr>
          <p:cNvPr id="46" name="Picture 45" descr="A blue logo with a black background&#10;&#10;AI-generated content may be incorrect.">
            <a:extLst>
              <a:ext uri="{FF2B5EF4-FFF2-40B4-BE49-F238E27FC236}">
                <a16:creationId xmlns:a16="http://schemas.microsoft.com/office/drawing/2014/main" id="{252EC9E8-6DA5-AE6C-58B1-8E1D1FC2AAEE}"/>
              </a:ext>
            </a:extLst>
          </p:cNvPr>
          <p:cNvPicPr>
            <a:picLocks noChangeAspect="1"/>
          </p:cNvPicPr>
          <p:nvPr/>
        </p:nvPicPr>
        <p:blipFill>
          <a:blip r:embed="rId21" cstate="print">
            <a:extLst>
              <a:ext uri="{28A0092B-C50C-407E-A947-70E740481C1C}">
                <a14:useLocalDpi xmlns:a14="http://schemas.microsoft.com/office/drawing/2010/main" val="0"/>
              </a:ext>
            </a:extLst>
          </a:blip>
          <a:stretch>
            <a:fillRect/>
          </a:stretch>
        </p:blipFill>
        <p:spPr>
          <a:xfrm>
            <a:off x="10039457" y="2235916"/>
            <a:ext cx="598115" cy="598115"/>
          </a:xfrm>
          <a:prstGeom prst="rect">
            <a:avLst/>
          </a:prstGeom>
        </p:spPr>
      </p:pic>
      <p:pic>
        <p:nvPicPr>
          <p:cNvPr id="47" name="Picture 46" descr="A blue ribbon in a shape of a star&#10;&#10;AI-generated content may be incorrect.">
            <a:extLst>
              <a:ext uri="{FF2B5EF4-FFF2-40B4-BE49-F238E27FC236}">
                <a16:creationId xmlns:a16="http://schemas.microsoft.com/office/drawing/2014/main" id="{B73122E6-15DB-A7BB-A656-962049AB75D9}"/>
              </a:ext>
            </a:extLst>
          </p:cNvPr>
          <p:cNvPicPr>
            <a:picLocks noChangeAspect="1"/>
          </p:cNvPicPr>
          <p:nvPr/>
        </p:nvPicPr>
        <p:blipFill>
          <a:blip r:embed="rId22" cstate="print">
            <a:extLst>
              <a:ext uri="{28A0092B-C50C-407E-A947-70E740481C1C}">
                <a14:useLocalDpi xmlns:a14="http://schemas.microsoft.com/office/drawing/2010/main" val="0"/>
              </a:ext>
            </a:extLst>
          </a:blip>
          <a:stretch>
            <a:fillRect/>
          </a:stretch>
        </p:blipFill>
        <p:spPr>
          <a:xfrm>
            <a:off x="7948038" y="2259804"/>
            <a:ext cx="540345" cy="540345"/>
          </a:xfrm>
          <a:prstGeom prst="rect">
            <a:avLst/>
          </a:prstGeom>
        </p:spPr>
      </p:pic>
      <p:pic>
        <p:nvPicPr>
          <p:cNvPr id="48" name="Picture 47" descr="A blue logo with a black background&#10;&#10;AI-generated content may be incorrect.">
            <a:extLst>
              <a:ext uri="{FF2B5EF4-FFF2-40B4-BE49-F238E27FC236}">
                <a16:creationId xmlns:a16="http://schemas.microsoft.com/office/drawing/2014/main" id="{A223756C-3EA7-55CC-AA64-32262C30E0F6}"/>
              </a:ext>
            </a:extLst>
          </p:cNvPr>
          <p:cNvPicPr>
            <a:picLocks noChangeAspect="1"/>
          </p:cNvPicPr>
          <p:nvPr/>
        </p:nvPicPr>
        <p:blipFill>
          <a:blip r:embed="rId23" cstate="print">
            <a:extLst>
              <a:ext uri="{28A0092B-C50C-407E-A947-70E740481C1C}">
                <a14:useLocalDpi xmlns:a14="http://schemas.microsoft.com/office/drawing/2010/main" val="0"/>
              </a:ext>
            </a:extLst>
          </a:blip>
          <a:stretch>
            <a:fillRect/>
          </a:stretch>
        </p:blipFill>
        <p:spPr>
          <a:xfrm>
            <a:off x="3671306" y="2228010"/>
            <a:ext cx="598115" cy="598115"/>
          </a:xfrm>
          <a:prstGeom prst="rect">
            <a:avLst/>
          </a:prstGeom>
        </p:spPr>
      </p:pic>
      <p:sp>
        <p:nvSpPr>
          <p:cNvPr id="31" name="Title 1">
            <a:extLst>
              <a:ext uri="{FF2B5EF4-FFF2-40B4-BE49-F238E27FC236}">
                <a16:creationId xmlns:a16="http://schemas.microsoft.com/office/drawing/2014/main" id="{EFD6405E-248D-6BF8-4F2E-BB96C768DA81}"/>
              </a:ext>
            </a:extLst>
          </p:cNvPr>
          <p:cNvSpPr txBox="1">
            <a:spLocks/>
          </p:cNvSpPr>
          <p:nvPr/>
        </p:nvSpPr>
        <p:spPr>
          <a:xfrm>
            <a:off x="4269975" y="284155"/>
            <a:ext cx="4119477" cy="547159"/>
          </a:xfrm>
          <a:prstGeom prst="rect">
            <a:avLst/>
          </a:prstGeom>
          <a:noFill/>
          <a:ln>
            <a:noFill/>
            <a:prstDash/>
          </a:ln>
          <a:effectLst/>
        </p:spPr>
        <p:txBody>
          <a:bodyPr rot="0" spcFirstLastPara="0" vertOverflow="overflow" horzOverflow="overflow" vert="horz" wrap="square" lIns="54187" tIns="0" rIns="54187" bIns="54187" numCol="1" spcCol="0" rtlCol="0" fromWordArt="0" anchor="ctr" anchorCtr="0" forceAA="0" compatLnSpc="1">
            <a:prstTxWarp prst="textNoShape">
              <a:avLst/>
            </a:prstTxWarp>
            <a:spAutoFit/>
          </a:bodyPr>
          <a:lstStyle>
            <a:defPPr>
              <a:defRPr lang="en-US"/>
            </a:defPPr>
            <a:lvl1pPr algn="ctr" defTabSz="2413689" fontAlgn="base">
              <a:lnSpc>
                <a:spcPct val="100000"/>
              </a:lnSpc>
              <a:spcBef>
                <a:spcPct val="0"/>
              </a:spcBef>
              <a:spcAft>
                <a:spcPct val="0"/>
              </a:spcAft>
              <a:buNone/>
              <a:tabLst>
                <a:tab pos="2455604" algn="l"/>
              </a:tabLst>
              <a:defRPr lang="en-US" sz="11500" b="0" cap="none" spc="-50" baseline="0" dirty="0" smtClean="0">
                <a:ln w="3175">
                  <a:noFill/>
                </a:ln>
                <a:gradFill>
                  <a:gsLst>
                    <a:gs pos="94406">
                      <a:srgbClr val="FFFFFF">
                        <a:lumMod val="75000"/>
                        <a:lumOff val="25000"/>
                      </a:srgbClr>
                    </a:gs>
                    <a:gs pos="80000">
                      <a:srgbClr val="FFFFFF">
                        <a:lumMod val="75000"/>
                        <a:lumOff val="25000"/>
                      </a:srgbClr>
                    </a:gs>
                  </a:gsLst>
                  <a:path path="circle">
                    <a:fillToRect l="100000" t="100000"/>
                  </a:path>
                </a:gradFill>
                <a:effectLst/>
                <a:latin typeface="Segoe UI Variable Display Semib" pitchFamily="2" charset="0"/>
              </a:defRPr>
            </a:lvl1pPr>
          </a:lstStyle>
          <a:p>
            <a:pPr marL="0" marR="0" lvl="0" indent="0" algn="ctr" defTabSz="536254" rtl="0" eaLnBrk="1" fontAlgn="base" latinLnBrk="0" hangingPunct="1">
              <a:lnSpc>
                <a:spcPct val="100000"/>
              </a:lnSpc>
              <a:spcBef>
                <a:spcPct val="0"/>
              </a:spcBef>
              <a:spcAft>
                <a:spcPct val="0"/>
              </a:spcAft>
              <a:buClrTx/>
              <a:buSzTx/>
              <a:buFontTx/>
              <a:buNone/>
              <a:tabLst>
                <a:tab pos="545566" algn="l"/>
              </a:tabLst>
              <a:defRPr/>
            </a:pPr>
            <a:r>
              <a:rPr kumimoji="0" lang="en-US" sz="3200" b="0" i="0" u="none" strike="noStrike" kern="1200" cap="none" spc="0" normalizeH="0" baseline="0" noProof="0" dirty="0">
                <a:ln w="3175">
                  <a:noFill/>
                </a:ln>
                <a:solidFill>
                  <a:schemeClr val="tx1"/>
                </a:solidFill>
                <a:effectLst/>
                <a:uLnTx/>
                <a:uFillTx/>
                <a:latin typeface="Segoe Sans Text Semibold"/>
                <a:ea typeface="+mn-ea"/>
                <a:cs typeface="Segoe Sans Display Semibold"/>
              </a:rPr>
              <a:t>Microsoft Foundry</a:t>
            </a:r>
            <a:endParaRPr kumimoji="0" lang="en-CA" sz="3200" b="0" i="0" u="none" strike="noStrike" kern="1200" cap="none" spc="0" normalizeH="0" baseline="0" noProof="0" dirty="0">
              <a:ln w="3175">
                <a:noFill/>
              </a:ln>
              <a:solidFill>
                <a:schemeClr val="tx1"/>
              </a:solidFill>
              <a:effectLst/>
              <a:uLnTx/>
              <a:uFillTx/>
              <a:latin typeface="Segoe Sans Text Semibold"/>
              <a:ea typeface="+mn-ea"/>
              <a:cs typeface="Segoe Sans Display Semibold"/>
            </a:endParaRPr>
          </a:p>
        </p:txBody>
      </p:sp>
      <p:pic>
        <p:nvPicPr>
          <p:cNvPr id="20" name="Picture 19" descr="A blue ribbon on a black background&#10;&#10;AI-generated content may be incorrect.">
            <a:extLst>
              <a:ext uri="{FF2B5EF4-FFF2-40B4-BE49-F238E27FC236}">
                <a16:creationId xmlns:a16="http://schemas.microsoft.com/office/drawing/2014/main" id="{E5759C1E-CA65-8956-9E30-345CA971A527}"/>
              </a:ext>
            </a:extLst>
          </p:cNvPr>
          <p:cNvPicPr>
            <a:picLocks noChangeAspect="1"/>
          </p:cNvPicPr>
          <p:nvPr/>
        </p:nvPicPr>
        <p:blipFill>
          <a:blip r:embed="rId24"/>
          <a:stretch>
            <a:fillRect/>
          </a:stretch>
        </p:blipFill>
        <p:spPr>
          <a:xfrm>
            <a:off x="3737722" y="222157"/>
            <a:ext cx="1238250" cy="676275"/>
          </a:xfrm>
          <a:prstGeom prst="rect">
            <a:avLst/>
          </a:prstGeom>
        </p:spPr>
      </p:pic>
      <p:pic>
        <p:nvPicPr>
          <p:cNvPr id="7" name="Picture 2" descr="Microsoft Visual C++ - Wikipedia">
            <a:extLst>
              <a:ext uri="{FF2B5EF4-FFF2-40B4-BE49-F238E27FC236}">
                <a16:creationId xmlns:a16="http://schemas.microsoft.com/office/drawing/2014/main" id="{CC8F4CB7-E37A-E8C5-8A9D-37AE87192946}"/>
              </a:ext>
            </a:extLst>
          </p:cNvPr>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4356847" y="1482988"/>
            <a:ext cx="333375" cy="3333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9605680"/>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3050000" cy="6858000"/>
          </a:xfrm>
          <a:prstGeom prst="rect">
            <a:avLst/>
          </a:prstGeom>
          <a:solidFill>
            <a:schemeClr val="bg1"/>
          </a:solidFill>
          <a:ln>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0000" y="2551837"/>
            <a:ext cx="2430000" cy="1754326"/>
          </a:xfrm>
          <a:prstGeom prst="rect">
            <a:avLst/>
          </a:prstGeom>
          <a:noFill/>
        </p:spPr>
        <p:txBody>
          <a:bodyPr wrap="square" anchor="ctr">
            <a:spAutoFit/>
          </a:bodyPr>
          <a:lstStyle/>
          <a:p>
            <a:pPr algn="l"/>
            <a:r>
              <a:rPr sz="3600" b="1" dirty="0">
                <a:solidFill>
                  <a:schemeClr val="tx2"/>
                </a:solidFill>
                <a:latin typeface="Segoe UI"/>
              </a:rPr>
              <a:t>What are landing zones for?</a:t>
            </a:r>
          </a:p>
        </p:txBody>
      </p:sp>
      <p:sp>
        <p:nvSpPr>
          <p:cNvPr id="4" name="Oval 3"/>
          <p:cNvSpPr/>
          <p:nvPr/>
        </p:nvSpPr>
        <p:spPr>
          <a:xfrm>
            <a:off x="3532000" y="1663074"/>
            <a:ext cx="520000" cy="520000"/>
          </a:xfrm>
          <a:prstGeom prst="ellipse">
            <a:avLst/>
          </a:prstGeom>
          <a:noFill/>
          <a:ln w="22225">
            <a:solidFill>
              <a:schemeClr val="tx2"/>
            </a:solid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600" b="1" dirty="0">
                <a:solidFill>
                  <a:schemeClr val="tx2"/>
                </a:solidFill>
                <a:latin typeface="Segoe UI"/>
              </a:rPr>
              <a:t>01</a:t>
            </a:r>
          </a:p>
        </p:txBody>
      </p:sp>
      <p:sp>
        <p:nvSpPr>
          <p:cNvPr id="5" name="TextBox 4"/>
          <p:cNvSpPr txBox="1"/>
          <p:nvPr/>
        </p:nvSpPr>
        <p:spPr>
          <a:xfrm>
            <a:off x="4282000" y="1623074"/>
            <a:ext cx="7550000" cy="646331"/>
          </a:xfrm>
          <a:prstGeom prst="rect">
            <a:avLst/>
          </a:prstGeom>
          <a:noFill/>
        </p:spPr>
        <p:txBody>
          <a:bodyPr wrap="square" anchor="t">
            <a:spAutoFit/>
          </a:bodyPr>
          <a:lstStyle/>
          <a:p>
            <a:pPr algn="l"/>
            <a:r>
              <a:rPr sz="1800" b="1" dirty="0">
                <a:solidFill>
                  <a:schemeClr val="tx2"/>
                </a:solidFill>
                <a:latin typeface="Segoe UI"/>
              </a:rPr>
              <a:t>Starting a journey based on best practices</a:t>
            </a:r>
            <a:r>
              <a:rPr sz="1800" b="0" dirty="0">
                <a:solidFill>
                  <a:schemeClr val="tx2"/>
                </a:solidFill>
                <a:latin typeface="Segoe UI"/>
              </a:rPr>
              <a:t> </a:t>
            </a:r>
            <a:r>
              <a:rPr sz="1800" b="0" dirty="0">
                <a:solidFill>
                  <a:srgbClr val="404040"/>
                </a:solidFill>
                <a:latin typeface="Segoe UI"/>
              </a:rPr>
              <a:t>with a start-to-finish plan is a key factor for success</a:t>
            </a:r>
          </a:p>
        </p:txBody>
      </p:sp>
      <p:sp>
        <p:nvSpPr>
          <p:cNvPr id="6" name="Oval 5"/>
          <p:cNvSpPr/>
          <p:nvPr/>
        </p:nvSpPr>
        <p:spPr>
          <a:xfrm>
            <a:off x="3532000" y="3142574"/>
            <a:ext cx="520000" cy="520000"/>
          </a:xfrm>
          <a:prstGeom prst="ellipse">
            <a:avLst/>
          </a:prstGeom>
          <a:noFill/>
          <a:ln w="22225">
            <a:solidFill>
              <a:schemeClr val="tx2"/>
            </a:solid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600" b="1" dirty="0">
                <a:solidFill>
                  <a:schemeClr val="tx2"/>
                </a:solidFill>
                <a:latin typeface="Segoe UI"/>
              </a:rPr>
              <a:t>02</a:t>
            </a:r>
          </a:p>
        </p:txBody>
      </p:sp>
      <p:sp>
        <p:nvSpPr>
          <p:cNvPr id="7" name="TextBox 6"/>
          <p:cNvSpPr txBox="1"/>
          <p:nvPr/>
        </p:nvSpPr>
        <p:spPr>
          <a:xfrm>
            <a:off x="4282000" y="3102574"/>
            <a:ext cx="7550000" cy="646331"/>
          </a:xfrm>
          <a:prstGeom prst="rect">
            <a:avLst/>
          </a:prstGeom>
          <a:noFill/>
        </p:spPr>
        <p:txBody>
          <a:bodyPr wrap="square" anchor="t">
            <a:spAutoFit/>
          </a:bodyPr>
          <a:lstStyle/>
          <a:p>
            <a:pPr algn="l"/>
            <a:r>
              <a:rPr sz="1800" b="1" dirty="0">
                <a:solidFill>
                  <a:schemeClr val="tx2"/>
                </a:solidFill>
                <a:latin typeface="Segoe UI"/>
              </a:rPr>
              <a:t>Creating well-designed foundations</a:t>
            </a:r>
            <a:r>
              <a:rPr sz="1800" b="0" dirty="0">
                <a:solidFill>
                  <a:schemeClr val="tx2"/>
                </a:solidFill>
                <a:latin typeface="Segoe UI"/>
              </a:rPr>
              <a:t> </a:t>
            </a:r>
            <a:r>
              <a:rPr sz="1800" b="0" dirty="0">
                <a:solidFill>
                  <a:srgbClr val="404040"/>
                </a:solidFill>
                <a:latin typeface="Segoe UI"/>
              </a:rPr>
              <a:t>for a cloud environment will enable the safe adoption of new technologies, at pace</a:t>
            </a:r>
          </a:p>
        </p:txBody>
      </p:sp>
      <p:sp>
        <p:nvSpPr>
          <p:cNvPr id="8" name="Oval 7"/>
          <p:cNvSpPr/>
          <p:nvPr/>
        </p:nvSpPr>
        <p:spPr>
          <a:xfrm>
            <a:off x="3532000" y="4622074"/>
            <a:ext cx="520000" cy="520000"/>
          </a:xfrm>
          <a:prstGeom prst="ellipse">
            <a:avLst/>
          </a:prstGeom>
          <a:noFill/>
          <a:ln w="22225">
            <a:solidFill>
              <a:schemeClr val="tx2"/>
            </a:solid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600" b="1" dirty="0">
                <a:solidFill>
                  <a:schemeClr val="tx2"/>
                </a:solidFill>
                <a:latin typeface="Segoe UI"/>
              </a:rPr>
              <a:t>03</a:t>
            </a:r>
          </a:p>
        </p:txBody>
      </p:sp>
      <p:sp>
        <p:nvSpPr>
          <p:cNvPr id="9" name="TextBox 8"/>
          <p:cNvSpPr txBox="1"/>
          <p:nvPr/>
        </p:nvSpPr>
        <p:spPr>
          <a:xfrm>
            <a:off x="4282000" y="4582074"/>
            <a:ext cx="7550000" cy="646331"/>
          </a:xfrm>
          <a:prstGeom prst="rect">
            <a:avLst/>
          </a:prstGeom>
          <a:noFill/>
        </p:spPr>
        <p:txBody>
          <a:bodyPr wrap="square" anchor="t">
            <a:spAutoFit/>
          </a:bodyPr>
          <a:lstStyle/>
          <a:p>
            <a:pPr algn="l"/>
            <a:r>
              <a:rPr sz="1800" b="1" dirty="0">
                <a:solidFill>
                  <a:schemeClr val="tx2"/>
                </a:solidFill>
                <a:latin typeface="Segoe UI"/>
              </a:rPr>
              <a:t>Using consistent, repeatable environment designs</a:t>
            </a:r>
            <a:r>
              <a:rPr sz="1800" b="0" dirty="0">
                <a:solidFill>
                  <a:schemeClr val="tx2"/>
                </a:solidFill>
                <a:latin typeface="Segoe UI"/>
              </a:rPr>
              <a:t> </a:t>
            </a:r>
            <a:r>
              <a:rPr sz="1800" b="0" dirty="0">
                <a:solidFill>
                  <a:srgbClr val="404040"/>
                </a:solidFill>
                <a:latin typeface="Segoe UI"/>
              </a:rPr>
              <a:t>helps scaling out in a manageable way</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0000" y="301930"/>
            <a:ext cx="11200000" cy="676139"/>
          </a:xfrm>
          <a:prstGeom prst="rect">
            <a:avLst/>
          </a:prstGeom>
          <a:noFill/>
        </p:spPr>
        <p:txBody>
          <a:bodyPr wrap="square" lIns="60000" tIns="30000" rIns="60000" bIns="30000" anchor="ctr">
            <a:spAutoFit/>
          </a:bodyPr>
          <a:lstStyle/>
          <a:p>
            <a:pPr algn="l"/>
            <a:r>
              <a:rPr sz="4000" dirty="0">
                <a:solidFill>
                  <a:schemeClr val="tx2"/>
                </a:solidFill>
                <a:latin typeface="+mj-lt"/>
              </a:rPr>
              <a:t>Azure Landing Zone Customer Journey</a:t>
            </a:r>
          </a:p>
        </p:txBody>
      </p:sp>
      <p:sp>
        <p:nvSpPr>
          <p:cNvPr id="3" name="Rounded Rectangle 2"/>
          <p:cNvSpPr/>
          <p:nvPr/>
        </p:nvSpPr>
        <p:spPr>
          <a:xfrm>
            <a:off x="500000" y="1598971"/>
            <a:ext cx="2687500" cy="1980000"/>
          </a:xfrm>
          <a:prstGeom prst="roundRect">
            <a:avLst>
              <a:gd name="adj" fmla="val 3000"/>
            </a:avLst>
          </a:prstGeom>
          <a:solidFill>
            <a:srgbClr val="FFFFFF"/>
          </a:solidFill>
          <a:ln w="12700">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90000" y="1668971"/>
            <a:ext cx="2507500" cy="470000"/>
          </a:xfrm>
          <a:prstGeom prst="roundRect">
            <a:avLst>
              <a:gd name="adj" fmla="val 10000"/>
            </a:avLst>
          </a:prstGeom>
          <a:gradFill rotWithShape="1">
            <a:gsLst>
              <a:gs pos="0">
                <a:srgbClr val="0078D4"/>
              </a:gs>
              <a:gs pos="100000">
                <a:srgbClr val="005A9E"/>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wrap="square" lIns="60000" tIns="30000" rIns="60000" bIns="30000" rtlCol="0" anchor="ctr"/>
          <a:lstStyle/>
          <a:p>
            <a:pPr algn="ctr"/>
            <a:r>
              <a:rPr sz="1250" b="1">
                <a:solidFill>
                  <a:srgbClr val="FFFFFF"/>
                </a:solidFill>
                <a:latin typeface="Segoe UI"/>
              </a:rPr>
              <a:t>Bootstrap your environment</a:t>
            </a:r>
          </a:p>
        </p:txBody>
      </p:sp>
      <p:sp>
        <p:nvSpPr>
          <p:cNvPr id="5" name="TextBox 4"/>
          <p:cNvSpPr txBox="1"/>
          <p:nvPr/>
        </p:nvSpPr>
        <p:spPr>
          <a:xfrm>
            <a:off x="560000" y="2178971"/>
            <a:ext cx="2567500" cy="1360000"/>
          </a:xfrm>
          <a:prstGeom prst="rect">
            <a:avLst/>
          </a:prstGeom>
          <a:noFill/>
        </p:spPr>
        <p:txBody>
          <a:bodyPr wrap="square" lIns="60000" tIns="30000" rIns="60000" bIns="30000" anchor="t">
            <a:spAutoFit/>
          </a:bodyPr>
          <a:lstStyle/>
          <a:p>
            <a:pPr algn="ctr"/>
            <a:r>
              <a:rPr sz="1050" b="0">
                <a:solidFill>
                  <a:srgbClr val="404040"/>
                </a:solidFill>
                <a:latin typeface="Segoe UI"/>
              </a:rPr>
              <a:t>Whether you are a Brownfield or Greenfield customer, if you are looking to implement a new ALZ environment based upon best practice then you will require multiple subscriptions created. The below articles will refer you to manual and programmatic creation methods.</a:t>
            </a:r>
          </a:p>
        </p:txBody>
      </p:sp>
      <p:sp>
        <p:nvSpPr>
          <p:cNvPr id="6" name="Rounded Rectangle 5"/>
          <p:cNvSpPr/>
          <p:nvPr/>
        </p:nvSpPr>
        <p:spPr>
          <a:xfrm>
            <a:off x="3337500" y="1598971"/>
            <a:ext cx="2687500" cy="1980000"/>
          </a:xfrm>
          <a:prstGeom prst="roundRect">
            <a:avLst>
              <a:gd name="adj" fmla="val 3000"/>
            </a:avLst>
          </a:prstGeom>
          <a:solidFill>
            <a:srgbClr val="FFFFFF"/>
          </a:solidFill>
          <a:ln w="12700">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3427500" y="1668971"/>
            <a:ext cx="2507500" cy="470000"/>
          </a:xfrm>
          <a:prstGeom prst="roundRect">
            <a:avLst>
              <a:gd name="adj" fmla="val 10000"/>
            </a:avLst>
          </a:prstGeom>
          <a:gradFill rotWithShape="1">
            <a:gsLst>
              <a:gs pos="0">
                <a:srgbClr val="0078D4"/>
              </a:gs>
              <a:gs pos="100000">
                <a:srgbClr val="005A9E"/>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wrap="square" lIns="60000" tIns="30000" rIns="60000" bIns="30000" rtlCol="0" anchor="ctr"/>
          <a:lstStyle/>
          <a:p>
            <a:pPr algn="ctr"/>
            <a:r>
              <a:rPr sz="1250" b="1">
                <a:solidFill>
                  <a:srgbClr val="FFFFFF"/>
                </a:solidFill>
                <a:latin typeface="Segoe UI"/>
              </a:rPr>
              <a:t>Deploy Azure Landing Zone Platform components</a:t>
            </a:r>
          </a:p>
        </p:txBody>
      </p:sp>
      <p:sp>
        <p:nvSpPr>
          <p:cNvPr id="8" name="TextBox 7"/>
          <p:cNvSpPr txBox="1"/>
          <p:nvPr/>
        </p:nvSpPr>
        <p:spPr>
          <a:xfrm>
            <a:off x="3397500" y="2178971"/>
            <a:ext cx="2567500" cy="1360000"/>
          </a:xfrm>
          <a:prstGeom prst="rect">
            <a:avLst/>
          </a:prstGeom>
          <a:noFill/>
        </p:spPr>
        <p:txBody>
          <a:bodyPr wrap="square" lIns="60000" tIns="30000" rIns="60000" bIns="30000" anchor="t">
            <a:spAutoFit/>
          </a:bodyPr>
          <a:lstStyle/>
          <a:p>
            <a:pPr algn="ctr"/>
            <a:r>
              <a:rPr sz="1050" b="0">
                <a:solidFill>
                  <a:srgbClr val="404040"/>
                </a:solidFill>
                <a:latin typeface="Segoe UI"/>
              </a:rPr>
              <a:t>Accelerate the deployment of platform resources based upon ALZ conceptual architecture. Deployment options available via Portal, Terraform and Bicep to assist with the deployment of management group hierarchy, governance baseline, connectivity, management and security components.</a:t>
            </a:r>
          </a:p>
        </p:txBody>
      </p:sp>
      <p:sp>
        <p:nvSpPr>
          <p:cNvPr id="9" name="Rounded Rectangle 8"/>
          <p:cNvSpPr/>
          <p:nvPr/>
        </p:nvSpPr>
        <p:spPr>
          <a:xfrm>
            <a:off x="6175000" y="1598971"/>
            <a:ext cx="2687500" cy="1980000"/>
          </a:xfrm>
          <a:prstGeom prst="roundRect">
            <a:avLst>
              <a:gd name="adj" fmla="val 3000"/>
            </a:avLst>
          </a:prstGeom>
          <a:solidFill>
            <a:srgbClr val="FFFFFF"/>
          </a:solidFill>
          <a:ln w="12700">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6265000" y="1668971"/>
            <a:ext cx="2507500" cy="470000"/>
          </a:xfrm>
          <a:prstGeom prst="roundRect">
            <a:avLst>
              <a:gd name="adj" fmla="val 10000"/>
            </a:avLst>
          </a:prstGeom>
          <a:gradFill rotWithShape="1">
            <a:gsLst>
              <a:gs pos="0">
                <a:srgbClr val="0078D4"/>
              </a:gs>
              <a:gs pos="100000">
                <a:srgbClr val="005A9E"/>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wrap="square" lIns="60000" tIns="30000" rIns="60000" bIns="30000" rtlCol="0" anchor="ctr"/>
          <a:lstStyle/>
          <a:p>
            <a:pPr algn="ctr"/>
            <a:r>
              <a:rPr sz="1250" b="1">
                <a:solidFill>
                  <a:srgbClr val="FFFFFF"/>
                </a:solidFill>
                <a:latin typeface="Segoe UI"/>
              </a:rPr>
              <a:t>Subscription (LZ) Vending Process</a:t>
            </a:r>
          </a:p>
        </p:txBody>
      </p:sp>
      <p:sp>
        <p:nvSpPr>
          <p:cNvPr id="11" name="TextBox 10"/>
          <p:cNvSpPr txBox="1"/>
          <p:nvPr/>
        </p:nvSpPr>
        <p:spPr>
          <a:xfrm>
            <a:off x="6235000" y="2178971"/>
            <a:ext cx="2567500" cy="1360000"/>
          </a:xfrm>
          <a:prstGeom prst="rect">
            <a:avLst/>
          </a:prstGeom>
          <a:noFill/>
        </p:spPr>
        <p:txBody>
          <a:bodyPr wrap="square" lIns="60000" tIns="30000" rIns="60000" bIns="30000" anchor="t">
            <a:spAutoFit/>
          </a:bodyPr>
          <a:lstStyle/>
          <a:p>
            <a:pPr algn="ctr"/>
            <a:r>
              <a:rPr sz="1050" b="0">
                <a:solidFill>
                  <a:srgbClr val="404040"/>
                </a:solidFill>
                <a:latin typeface="Segoe UI"/>
              </a:rPr>
              <a:t>To accelerate the deployment of individual landing zones within an Azure tenant, a subscription vending solution is recommended to help deploy a subscription and the core resources, e.g., networking. Subscription vending is available using both Terraform and Bicep.</a:t>
            </a:r>
          </a:p>
        </p:txBody>
      </p:sp>
      <p:sp>
        <p:nvSpPr>
          <p:cNvPr id="12" name="Rounded Rectangle 11"/>
          <p:cNvSpPr/>
          <p:nvPr/>
        </p:nvSpPr>
        <p:spPr>
          <a:xfrm>
            <a:off x="9012500" y="1598971"/>
            <a:ext cx="2687500" cy="1980000"/>
          </a:xfrm>
          <a:prstGeom prst="roundRect">
            <a:avLst>
              <a:gd name="adj" fmla="val 3000"/>
            </a:avLst>
          </a:prstGeom>
          <a:solidFill>
            <a:srgbClr val="FFFFFF"/>
          </a:solidFill>
          <a:ln w="12700">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9102500" y="1668971"/>
            <a:ext cx="2507500" cy="470000"/>
          </a:xfrm>
          <a:prstGeom prst="roundRect">
            <a:avLst>
              <a:gd name="adj" fmla="val 10000"/>
            </a:avLst>
          </a:prstGeom>
          <a:gradFill rotWithShape="1">
            <a:gsLst>
              <a:gs pos="0">
                <a:srgbClr val="0078D4"/>
              </a:gs>
              <a:gs pos="100000">
                <a:srgbClr val="005A9E"/>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wrap="square" lIns="60000" tIns="30000" rIns="60000" bIns="30000" rtlCol="0" anchor="ctr"/>
          <a:lstStyle/>
          <a:p>
            <a:pPr algn="ctr"/>
            <a:r>
              <a:rPr sz="1250" b="1">
                <a:solidFill>
                  <a:srgbClr val="FFFFFF"/>
                </a:solidFill>
                <a:latin typeface="Segoe UI"/>
              </a:rPr>
              <a:t>Landing Zone Accelerators</a:t>
            </a:r>
          </a:p>
        </p:txBody>
      </p:sp>
      <p:sp>
        <p:nvSpPr>
          <p:cNvPr id="14" name="TextBox 13"/>
          <p:cNvSpPr txBox="1"/>
          <p:nvPr/>
        </p:nvSpPr>
        <p:spPr>
          <a:xfrm>
            <a:off x="9072500" y="2178971"/>
            <a:ext cx="2567500" cy="1360000"/>
          </a:xfrm>
          <a:prstGeom prst="rect">
            <a:avLst/>
          </a:prstGeom>
          <a:noFill/>
        </p:spPr>
        <p:txBody>
          <a:bodyPr wrap="square" lIns="60000" tIns="30000" rIns="60000" bIns="30000" anchor="t">
            <a:spAutoFit/>
          </a:bodyPr>
          <a:lstStyle/>
          <a:p>
            <a:pPr algn="ctr"/>
            <a:r>
              <a:rPr sz="1050" b="0">
                <a:solidFill>
                  <a:srgbClr val="404040"/>
                </a:solidFill>
                <a:latin typeface="Segoe UI"/>
              </a:rPr>
              <a:t>There are multiple Landing Zone Accelerators that provide a specific architectural approach and reference implementation for preparing landing zone subscriptions for an enterprise deployment, e.g. Azure Virtual Desktop, SAP, AKS etc.. These Accelerators are available in a wide range of deployment options.</a:t>
            </a:r>
          </a:p>
        </p:txBody>
      </p:sp>
      <p:sp>
        <p:nvSpPr>
          <p:cNvPr id="15" name="Rounded Rectangle 14"/>
          <p:cNvSpPr/>
          <p:nvPr/>
        </p:nvSpPr>
        <p:spPr>
          <a:xfrm>
            <a:off x="500000" y="3778971"/>
            <a:ext cx="2687500" cy="340000"/>
          </a:xfrm>
          <a:prstGeom prst="roundRect">
            <a:avLst>
              <a:gd name="adj" fmla="val 20000"/>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wrap="square" lIns="60000" tIns="30000" rIns="60000" bIns="30000" rtlCol="0" anchor="ctr"/>
          <a:lstStyle/>
          <a:p>
            <a:pPr algn="ctr"/>
            <a:r>
              <a:rPr sz="1500" b="1">
                <a:solidFill>
                  <a:srgbClr val="FFFFFF"/>
                </a:solidFill>
                <a:latin typeface="Segoe UI"/>
              </a:rPr>
              <a:t>Create Platform Subs</a:t>
            </a:r>
          </a:p>
        </p:txBody>
      </p:sp>
      <p:sp>
        <p:nvSpPr>
          <p:cNvPr id="16" name="Right Arrow 15"/>
          <p:cNvSpPr/>
          <p:nvPr/>
        </p:nvSpPr>
        <p:spPr>
          <a:xfrm>
            <a:off x="3197500" y="3873971"/>
            <a:ext cx="130000" cy="150000"/>
          </a:xfrm>
          <a:prstGeom prst="rightArrow">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3337500" y="3778971"/>
            <a:ext cx="2687500" cy="340000"/>
          </a:xfrm>
          <a:prstGeom prst="roundRect">
            <a:avLst>
              <a:gd name="adj" fmla="val 20000"/>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wrap="square" lIns="60000" tIns="30000" rIns="60000" bIns="30000" rtlCol="0" anchor="ctr"/>
          <a:lstStyle/>
          <a:p>
            <a:pPr algn="ctr"/>
            <a:r>
              <a:rPr sz="1500" b="1">
                <a:solidFill>
                  <a:srgbClr val="FFFFFF"/>
                </a:solidFill>
                <a:latin typeface="Segoe UI"/>
              </a:rPr>
              <a:t>Create Platform</a:t>
            </a:r>
          </a:p>
        </p:txBody>
      </p:sp>
      <p:sp>
        <p:nvSpPr>
          <p:cNvPr id="18" name="Right Arrow 17"/>
          <p:cNvSpPr/>
          <p:nvPr/>
        </p:nvSpPr>
        <p:spPr>
          <a:xfrm>
            <a:off x="6035000" y="3873971"/>
            <a:ext cx="130000" cy="150000"/>
          </a:xfrm>
          <a:prstGeom prst="rightArrow">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6175000" y="3778971"/>
            <a:ext cx="2687500" cy="340000"/>
          </a:xfrm>
          <a:prstGeom prst="roundRect">
            <a:avLst>
              <a:gd name="adj" fmla="val 20000"/>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wrap="square" lIns="60000" tIns="30000" rIns="60000" bIns="30000" rtlCol="0" anchor="ctr"/>
          <a:lstStyle/>
          <a:p>
            <a:pPr algn="ctr"/>
            <a:r>
              <a:rPr sz="1500" b="1">
                <a:solidFill>
                  <a:srgbClr val="FFFFFF"/>
                </a:solidFill>
                <a:latin typeface="Segoe UI"/>
              </a:rPr>
              <a:t>LZ Vending</a:t>
            </a:r>
          </a:p>
        </p:txBody>
      </p:sp>
      <p:sp>
        <p:nvSpPr>
          <p:cNvPr id="20" name="Right Arrow 19"/>
          <p:cNvSpPr/>
          <p:nvPr/>
        </p:nvSpPr>
        <p:spPr>
          <a:xfrm>
            <a:off x="8872500" y="3873971"/>
            <a:ext cx="130000" cy="150000"/>
          </a:xfrm>
          <a:prstGeom prst="rightArrow">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9012500" y="3778971"/>
            <a:ext cx="2687500" cy="340000"/>
          </a:xfrm>
          <a:prstGeom prst="roundRect">
            <a:avLst>
              <a:gd name="adj" fmla="val 20000"/>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wrap="square" lIns="60000" tIns="30000" rIns="60000" bIns="30000" rtlCol="0" anchor="ctr"/>
          <a:lstStyle/>
          <a:p>
            <a:pPr algn="ctr"/>
            <a:r>
              <a:rPr sz="1500" b="1">
                <a:solidFill>
                  <a:srgbClr val="FFFFFF"/>
                </a:solidFill>
                <a:latin typeface="Segoe UI"/>
              </a:rPr>
              <a:t>Deploy Workload</a:t>
            </a:r>
          </a:p>
        </p:txBody>
      </p:sp>
      <p:sp>
        <p:nvSpPr>
          <p:cNvPr id="22" name="Rounded Rectangle 21"/>
          <p:cNvSpPr/>
          <p:nvPr/>
        </p:nvSpPr>
        <p:spPr>
          <a:xfrm>
            <a:off x="868750" y="4298971"/>
            <a:ext cx="1950000" cy="400000"/>
          </a:xfrm>
          <a:prstGeom prst="roundRect">
            <a:avLst>
              <a:gd name="adj" fmla="val 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60000" tIns="30000" rIns="60000" bIns="30000" rtlCol="0" anchor="ctr"/>
          <a:lstStyle/>
          <a:p>
            <a:pPr algn="ctr"/>
            <a:r>
              <a:rPr sz="1050" b="0">
                <a:solidFill>
                  <a:srgbClr val="0078D4"/>
                </a:solidFill>
                <a:latin typeface="Segoe UI"/>
              </a:rPr>
              <a:t>Create Subscriptions Manually</a:t>
            </a:r>
          </a:p>
        </p:txBody>
      </p:sp>
      <p:sp>
        <p:nvSpPr>
          <p:cNvPr id="23" name="Rounded Rectangle 22"/>
          <p:cNvSpPr/>
          <p:nvPr/>
        </p:nvSpPr>
        <p:spPr>
          <a:xfrm>
            <a:off x="868750" y="4798971"/>
            <a:ext cx="1950000" cy="400000"/>
          </a:xfrm>
          <a:prstGeom prst="roundRect">
            <a:avLst>
              <a:gd name="adj" fmla="val 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60000" tIns="30000" rIns="60000" bIns="30000" rtlCol="0" anchor="ctr"/>
          <a:lstStyle/>
          <a:p>
            <a:pPr algn="ctr"/>
            <a:r>
              <a:rPr sz="1050" b="0">
                <a:solidFill>
                  <a:srgbClr val="0078D4"/>
                </a:solidFill>
                <a:latin typeface="Segoe UI"/>
              </a:rPr>
              <a:t>Create Subscriptions Programmatically</a:t>
            </a:r>
          </a:p>
        </p:txBody>
      </p:sp>
      <p:sp>
        <p:nvSpPr>
          <p:cNvPr id="24" name="Rounded Rectangle 23"/>
          <p:cNvSpPr/>
          <p:nvPr/>
        </p:nvSpPr>
        <p:spPr>
          <a:xfrm>
            <a:off x="868750" y="5298971"/>
            <a:ext cx="1950000" cy="400000"/>
          </a:xfrm>
          <a:prstGeom prst="roundRect">
            <a:avLst>
              <a:gd name="adj" fmla="val 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60000" tIns="30000" rIns="60000" bIns="30000" rtlCol="0" anchor="ctr"/>
          <a:lstStyle/>
          <a:p>
            <a:pPr algn="ctr"/>
            <a:r>
              <a:rPr sz="1050" b="0">
                <a:solidFill>
                  <a:srgbClr val="0078D4"/>
                </a:solidFill>
                <a:latin typeface="Segoe UI"/>
              </a:rPr>
              <a:t>LZ Vending Modules</a:t>
            </a:r>
          </a:p>
        </p:txBody>
      </p:sp>
      <p:sp>
        <p:nvSpPr>
          <p:cNvPr id="25" name="Rounded Rectangle 24"/>
          <p:cNvSpPr/>
          <p:nvPr/>
        </p:nvSpPr>
        <p:spPr>
          <a:xfrm>
            <a:off x="3881250" y="4298971"/>
            <a:ext cx="1600000" cy="400000"/>
          </a:xfrm>
          <a:prstGeom prst="roundRect">
            <a:avLst>
              <a:gd name="adj" fmla="val 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60000" tIns="30000" rIns="60000" bIns="30000" rtlCol="0" anchor="ctr"/>
          <a:lstStyle/>
          <a:p>
            <a:pPr algn="ctr"/>
            <a:r>
              <a:rPr sz="1050" b="0">
                <a:solidFill>
                  <a:srgbClr val="0078D4"/>
                </a:solidFill>
                <a:latin typeface="Segoe UI"/>
              </a:rPr>
              <a:t>ALZ Accelerator (Portal)</a:t>
            </a:r>
          </a:p>
        </p:txBody>
      </p:sp>
      <p:sp>
        <p:nvSpPr>
          <p:cNvPr id="26" name="Rounded Rectangle 25"/>
          <p:cNvSpPr/>
          <p:nvPr/>
        </p:nvSpPr>
        <p:spPr>
          <a:xfrm>
            <a:off x="3337500" y="4838971"/>
            <a:ext cx="1250000" cy="400000"/>
          </a:xfrm>
          <a:prstGeom prst="roundRect">
            <a:avLst>
              <a:gd name="adj" fmla="val 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60000" tIns="30000" rIns="60000" bIns="30000" rtlCol="0" anchor="ctr"/>
          <a:lstStyle/>
          <a:p>
            <a:pPr algn="ctr"/>
            <a:r>
              <a:rPr sz="1050" b="0">
                <a:solidFill>
                  <a:srgbClr val="0078D4"/>
                </a:solidFill>
                <a:latin typeface="Segoe UI"/>
              </a:rPr>
              <a:t>ALZ Bicep Modules</a:t>
            </a:r>
          </a:p>
        </p:txBody>
      </p:sp>
      <p:sp>
        <p:nvSpPr>
          <p:cNvPr id="27" name="Rounded Rectangle 26"/>
          <p:cNvSpPr/>
          <p:nvPr/>
        </p:nvSpPr>
        <p:spPr>
          <a:xfrm>
            <a:off x="4775000" y="4838971"/>
            <a:ext cx="1250000" cy="400000"/>
          </a:xfrm>
          <a:prstGeom prst="roundRect">
            <a:avLst>
              <a:gd name="adj" fmla="val 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60000" tIns="30000" rIns="60000" bIns="30000" rtlCol="0" anchor="ctr"/>
          <a:lstStyle/>
          <a:p>
            <a:pPr algn="ctr"/>
            <a:r>
              <a:rPr sz="1050" b="0">
                <a:solidFill>
                  <a:srgbClr val="0078D4"/>
                </a:solidFill>
                <a:latin typeface="Segoe UI"/>
              </a:rPr>
              <a:t>ALZ Terraform Module</a:t>
            </a:r>
          </a:p>
        </p:txBody>
      </p:sp>
      <p:sp>
        <p:nvSpPr>
          <p:cNvPr id="28" name="Rounded Rectangle 27"/>
          <p:cNvSpPr/>
          <p:nvPr/>
        </p:nvSpPr>
        <p:spPr>
          <a:xfrm>
            <a:off x="6543750" y="4458971"/>
            <a:ext cx="1950000" cy="400000"/>
          </a:xfrm>
          <a:prstGeom prst="roundRect">
            <a:avLst>
              <a:gd name="adj" fmla="val 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60000" tIns="30000" rIns="60000" bIns="30000" rtlCol="0" anchor="ctr"/>
          <a:lstStyle/>
          <a:p>
            <a:pPr algn="ctr"/>
            <a:r>
              <a:rPr sz="1050" b="0">
                <a:solidFill>
                  <a:srgbClr val="0078D4"/>
                </a:solidFill>
                <a:latin typeface="Segoe UI"/>
              </a:rPr>
              <a:t>LZ Vending Module (Terraform)</a:t>
            </a:r>
          </a:p>
        </p:txBody>
      </p:sp>
      <p:sp>
        <p:nvSpPr>
          <p:cNvPr id="29" name="Rounded Rectangle 28"/>
          <p:cNvSpPr/>
          <p:nvPr/>
        </p:nvSpPr>
        <p:spPr>
          <a:xfrm>
            <a:off x="6543750" y="4958971"/>
            <a:ext cx="1950000" cy="400000"/>
          </a:xfrm>
          <a:prstGeom prst="roundRect">
            <a:avLst>
              <a:gd name="adj" fmla="val 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60000" tIns="30000" rIns="60000" bIns="30000" rtlCol="0" anchor="ctr"/>
          <a:lstStyle/>
          <a:p>
            <a:pPr algn="ctr"/>
            <a:r>
              <a:rPr sz="1050" b="0">
                <a:solidFill>
                  <a:srgbClr val="0078D4"/>
                </a:solidFill>
                <a:latin typeface="Segoe UI"/>
              </a:rPr>
              <a:t>LZ Vending Module (Bicep)</a:t>
            </a:r>
          </a:p>
        </p:txBody>
      </p:sp>
      <p:sp>
        <p:nvSpPr>
          <p:cNvPr id="30" name="Rounded Rectangle 29"/>
          <p:cNvSpPr/>
          <p:nvPr/>
        </p:nvSpPr>
        <p:spPr>
          <a:xfrm>
            <a:off x="9012500" y="4298971"/>
            <a:ext cx="830000" cy="430000"/>
          </a:xfrm>
          <a:prstGeom prst="roundRect">
            <a:avLst>
              <a:gd name="adj" fmla="val 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60000" tIns="30000" rIns="60000" bIns="30000" rtlCol="0" anchor="ctr"/>
          <a:lstStyle/>
          <a:p>
            <a:pPr algn="ctr"/>
            <a:r>
              <a:rPr sz="900" b="0">
                <a:solidFill>
                  <a:srgbClr val="404040"/>
                </a:solidFill>
                <a:latin typeface="Segoe UI"/>
              </a:rPr>
              <a:t>AKS Accelerator</a:t>
            </a:r>
          </a:p>
        </p:txBody>
      </p:sp>
      <p:sp>
        <p:nvSpPr>
          <p:cNvPr id="31" name="Rounded Rectangle 30"/>
          <p:cNvSpPr/>
          <p:nvPr/>
        </p:nvSpPr>
        <p:spPr>
          <a:xfrm>
            <a:off x="9941250" y="4298971"/>
            <a:ext cx="830000" cy="430000"/>
          </a:xfrm>
          <a:prstGeom prst="roundRect">
            <a:avLst>
              <a:gd name="adj" fmla="val 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60000" tIns="30000" rIns="60000" bIns="30000" rtlCol="0" anchor="ctr"/>
          <a:lstStyle/>
          <a:p>
            <a:pPr algn="ctr"/>
            <a:r>
              <a:rPr sz="900" b="0">
                <a:solidFill>
                  <a:srgbClr val="404040"/>
                </a:solidFill>
                <a:latin typeface="Segoe UI"/>
              </a:rPr>
              <a:t>APIM Accelerator</a:t>
            </a:r>
          </a:p>
        </p:txBody>
      </p:sp>
      <p:sp>
        <p:nvSpPr>
          <p:cNvPr id="32" name="Rounded Rectangle 31"/>
          <p:cNvSpPr/>
          <p:nvPr/>
        </p:nvSpPr>
        <p:spPr>
          <a:xfrm>
            <a:off x="10870000" y="4298971"/>
            <a:ext cx="830000" cy="430000"/>
          </a:xfrm>
          <a:prstGeom prst="roundRect">
            <a:avLst>
              <a:gd name="adj" fmla="val 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60000" tIns="30000" rIns="60000" bIns="30000" rtlCol="0" anchor="ctr"/>
          <a:lstStyle/>
          <a:p>
            <a:pPr algn="ctr"/>
            <a:r>
              <a:rPr sz="900" b="0">
                <a:solidFill>
                  <a:srgbClr val="404040"/>
                </a:solidFill>
                <a:latin typeface="Segoe UI"/>
              </a:rPr>
              <a:t>App Svc Accelerator</a:t>
            </a:r>
          </a:p>
        </p:txBody>
      </p:sp>
      <p:sp>
        <p:nvSpPr>
          <p:cNvPr id="33" name="Rounded Rectangle 32"/>
          <p:cNvSpPr/>
          <p:nvPr/>
        </p:nvSpPr>
        <p:spPr>
          <a:xfrm>
            <a:off x="9012500" y="4788971"/>
            <a:ext cx="830000" cy="430000"/>
          </a:xfrm>
          <a:prstGeom prst="roundRect">
            <a:avLst>
              <a:gd name="adj" fmla="val 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60000" tIns="30000" rIns="60000" bIns="30000" rtlCol="0" anchor="ctr"/>
          <a:lstStyle/>
          <a:p>
            <a:pPr algn="ctr"/>
            <a:r>
              <a:rPr sz="900" b="0">
                <a:solidFill>
                  <a:srgbClr val="404040"/>
                </a:solidFill>
                <a:latin typeface="Segoe UI"/>
              </a:rPr>
              <a:t>Arc Servers Accelerator</a:t>
            </a:r>
          </a:p>
        </p:txBody>
      </p:sp>
      <p:sp>
        <p:nvSpPr>
          <p:cNvPr id="34" name="Rounded Rectangle 33"/>
          <p:cNvSpPr/>
          <p:nvPr/>
        </p:nvSpPr>
        <p:spPr>
          <a:xfrm>
            <a:off x="9941250" y="4788971"/>
            <a:ext cx="830000" cy="430000"/>
          </a:xfrm>
          <a:prstGeom prst="roundRect">
            <a:avLst>
              <a:gd name="adj" fmla="val 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60000" tIns="30000" rIns="60000" bIns="30000" rtlCol="0" anchor="ctr"/>
          <a:lstStyle/>
          <a:p>
            <a:pPr algn="ctr"/>
            <a:r>
              <a:rPr sz="900" b="0">
                <a:solidFill>
                  <a:srgbClr val="404040"/>
                </a:solidFill>
                <a:latin typeface="Segoe UI"/>
              </a:rPr>
              <a:t>Arc K8S Accelerator</a:t>
            </a:r>
          </a:p>
        </p:txBody>
      </p:sp>
      <p:sp>
        <p:nvSpPr>
          <p:cNvPr id="35" name="Rounded Rectangle 34"/>
          <p:cNvSpPr/>
          <p:nvPr/>
        </p:nvSpPr>
        <p:spPr>
          <a:xfrm>
            <a:off x="10870000" y="4788971"/>
            <a:ext cx="830000" cy="430000"/>
          </a:xfrm>
          <a:prstGeom prst="roundRect">
            <a:avLst>
              <a:gd name="adj" fmla="val 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60000" tIns="30000" rIns="60000" bIns="30000" rtlCol="0" anchor="ctr"/>
          <a:lstStyle/>
          <a:p>
            <a:pPr algn="ctr"/>
            <a:r>
              <a:rPr sz="900" b="0">
                <a:solidFill>
                  <a:srgbClr val="404040"/>
                </a:solidFill>
                <a:latin typeface="Segoe UI"/>
              </a:rPr>
              <a:t>SAP Accelerator</a:t>
            </a:r>
          </a:p>
        </p:txBody>
      </p:sp>
      <p:sp>
        <p:nvSpPr>
          <p:cNvPr id="36" name="Rounded Rectangle 35"/>
          <p:cNvSpPr/>
          <p:nvPr/>
        </p:nvSpPr>
        <p:spPr>
          <a:xfrm>
            <a:off x="9012500" y="5278971"/>
            <a:ext cx="830000" cy="430000"/>
          </a:xfrm>
          <a:prstGeom prst="roundRect">
            <a:avLst>
              <a:gd name="adj" fmla="val 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60000" tIns="30000" rIns="60000" bIns="30000" rtlCol="0" anchor="ctr"/>
          <a:lstStyle/>
          <a:p>
            <a:pPr algn="ctr"/>
            <a:r>
              <a:rPr sz="900" b="0">
                <a:solidFill>
                  <a:srgbClr val="404040"/>
                </a:solidFill>
                <a:latin typeface="Segoe UI"/>
              </a:rPr>
              <a:t>AVD Accelerator</a:t>
            </a:r>
          </a:p>
        </p:txBody>
      </p:sp>
      <p:sp>
        <p:nvSpPr>
          <p:cNvPr id="37" name="Rounded Rectangle 36"/>
          <p:cNvSpPr/>
          <p:nvPr/>
        </p:nvSpPr>
        <p:spPr>
          <a:xfrm>
            <a:off x="9941250" y="5278971"/>
            <a:ext cx="830000" cy="430000"/>
          </a:xfrm>
          <a:prstGeom prst="roundRect">
            <a:avLst>
              <a:gd name="adj" fmla="val 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60000" tIns="30000" rIns="60000" bIns="30000" rtlCol="0" anchor="ctr"/>
          <a:lstStyle/>
          <a:p>
            <a:pPr algn="ctr"/>
            <a:r>
              <a:rPr sz="900" b="0">
                <a:solidFill>
                  <a:srgbClr val="404040"/>
                </a:solidFill>
                <a:latin typeface="Segoe UI"/>
              </a:rPr>
              <a:t>AVS Accelerator</a:t>
            </a:r>
          </a:p>
        </p:txBody>
      </p:sp>
      <p:sp>
        <p:nvSpPr>
          <p:cNvPr id="38" name="Rounded Rectangle 37"/>
          <p:cNvSpPr/>
          <p:nvPr/>
        </p:nvSpPr>
        <p:spPr>
          <a:xfrm>
            <a:off x="10870000" y="5278971"/>
            <a:ext cx="830000" cy="430000"/>
          </a:xfrm>
          <a:prstGeom prst="roundRect">
            <a:avLst>
              <a:gd name="adj" fmla="val 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60000" tIns="30000" rIns="60000" bIns="30000" rtlCol="0" anchor="ctr"/>
          <a:lstStyle/>
          <a:p>
            <a:pPr algn="ctr"/>
            <a:r>
              <a:rPr sz="900" b="0">
                <a:solidFill>
                  <a:srgbClr val="404040"/>
                </a:solidFill>
                <a:latin typeface="Segoe UI"/>
              </a:rPr>
              <a:t>Cloud Scale Analytics Accelerator</a:t>
            </a:r>
          </a:p>
        </p:txBody>
      </p:sp>
      <p:sp>
        <p:nvSpPr>
          <p:cNvPr id="39" name="Rounded Rectangle 38"/>
          <p:cNvSpPr/>
          <p:nvPr/>
        </p:nvSpPr>
        <p:spPr>
          <a:xfrm>
            <a:off x="9012500" y="5768971"/>
            <a:ext cx="830000" cy="430000"/>
          </a:xfrm>
          <a:prstGeom prst="roundRect">
            <a:avLst>
              <a:gd name="adj" fmla="val 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60000" tIns="30000" rIns="60000" bIns="30000" rtlCol="0" anchor="ctr"/>
          <a:lstStyle/>
          <a:p>
            <a:pPr algn="ctr"/>
            <a:r>
              <a:rPr sz="900" b="0">
                <a:solidFill>
                  <a:srgbClr val="404040"/>
                </a:solidFill>
                <a:latin typeface="Segoe UI"/>
              </a:rPr>
              <a:t>AI Landing Zone</a:t>
            </a:r>
          </a:p>
        </p:txBody>
      </p:sp>
      <p:sp>
        <p:nvSpPr>
          <p:cNvPr id="40" name="TextBox 39"/>
          <p:cNvSpPr txBox="1"/>
          <p:nvPr/>
        </p:nvSpPr>
        <p:spPr>
          <a:xfrm>
            <a:off x="3337500" y="5808971"/>
            <a:ext cx="5525000" cy="340000"/>
          </a:xfrm>
          <a:prstGeom prst="rect">
            <a:avLst/>
          </a:prstGeom>
          <a:noFill/>
        </p:spPr>
        <p:txBody>
          <a:bodyPr wrap="square" lIns="60000" tIns="30000" rIns="60000" bIns="30000" anchor="ctr">
            <a:spAutoFit/>
          </a:bodyPr>
          <a:lstStyle/>
          <a:p>
            <a:pPr algn="ctr"/>
            <a:r>
              <a:rPr sz="1200" b="1">
                <a:solidFill>
                  <a:srgbClr val="404040"/>
                </a:solidFill>
                <a:latin typeface="Segoe UI"/>
              </a:rPr>
              <a:t>*Sequencing considerations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88263" y="400000"/>
            <a:ext cx="6725239" cy="646331"/>
          </a:xfrm>
          <a:prstGeom prst="rect">
            <a:avLst/>
          </a:prstGeom>
          <a:noFill/>
        </p:spPr>
        <p:txBody>
          <a:bodyPr wrap="none">
            <a:spAutoFit/>
          </a:bodyPr>
          <a:lstStyle/>
          <a:p>
            <a:r>
              <a:rPr sz="3600" dirty="0">
                <a:solidFill>
                  <a:schemeClr val="tx2"/>
                </a:solidFill>
                <a:latin typeface="+mj-lt"/>
                <a:cs typeface="Segoe UI" panose="020B0502040204020203" pitchFamily="34" charset="0"/>
              </a:rPr>
              <a:t>What’s a workload-specific ALZ?</a:t>
            </a:r>
          </a:p>
        </p:txBody>
      </p:sp>
      <p:sp>
        <p:nvSpPr>
          <p:cNvPr id="3" name="Rounded Rectangle 2"/>
          <p:cNvSpPr/>
          <p:nvPr/>
        </p:nvSpPr>
        <p:spPr>
          <a:xfrm>
            <a:off x="2478023" y="1413212"/>
            <a:ext cx="7000000" cy="1600000"/>
          </a:xfrm>
          <a:prstGeom prst="roundRect">
            <a:avLst>
              <a:gd name="adj" fmla="val 5000"/>
            </a:avLst>
          </a:prstGeom>
          <a:solidFill>
            <a:srgbClr val="E6F2FB"/>
          </a:solidFill>
          <a:ln>
            <a:noFill/>
          </a:ln>
          <a:effectLst/>
        </p:spPr>
        <p:style>
          <a:lnRef idx="1">
            <a:schemeClr val="accent1"/>
          </a:lnRef>
          <a:fillRef idx="3">
            <a:schemeClr val="accent1"/>
          </a:fillRef>
          <a:effectRef idx="2">
            <a:schemeClr val="accent1"/>
          </a:effectRef>
          <a:fontRef idx="minor">
            <a:schemeClr val="lt1"/>
          </a:fontRef>
        </p:style>
        <p:txBody>
          <a:bodyPr wrap="square" lIns="260000" tIns="120000" rIns="200000" bIns="120000" rtlCol="0" anchor="ctr"/>
          <a:lstStyle/>
          <a:p>
            <a:pPr algn="l"/>
            <a:r>
              <a:rPr sz="1600" dirty="0">
                <a:solidFill>
                  <a:srgbClr val="404040"/>
                </a:solidFill>
                <a:latin typeface="Segoe UI"/>
              </a:rPr>
              <a:t>•  Solution and scenario-specific landing zone</a:t>
            </a:r>
          </a:p>
          <a:p>
            <a:pPr algn="l"/>
            <a:r>
              <a:rPr sz="1600" dirty="0">
                <a:solidFill>
                  <a:srgbClr val="404040"/>
                </a:solidFill>
                <a:latin typeface="Segoe UI"/>
              </a:rPr>
              <a:t>•  Focuses on the </a:t>
            </a:r>
            <a:r>
              <a:rPr sz="1600" dirty="0" err="1">
                <a:solidFill>
                  <a:srgbClr val="404040"/>
                </a:solidFill>
                <a:latin typeface="Segoe UI"/>
              </a:rPr>
              <a:t>worklo</a:t>
            </a:r>
            <a:r>
              <a:rPr lang="en-GB" sz="1600" dirty="0">
                <a:solidFill>
                  <a:srgbClr val="404040"/>
                </a:solidFill>
                <a:latin typeface="Segoe UI"/>
              </a:rPr>
              <a:t>ad – For example AI</a:t>
            </a:r>
            <a:endParaRPr sz="1600" dirty="0">
              <a:solidFill>
                <a:srgbClr val="404040"/>
              </a:solidFill>
              <a:latin typeface="Segoe UI"/>
            </a:endParaRPr>
          </a:p>
          <a:p>
            <a:pPr algn="l"/>
            <a:r>
              <a:rPr sz="1600" dirty="0">
                <a:solidFill>
                  <a:srgbClr val="404040"/>
                </a:solidFill>
                <a:latin typeface="Segoe UI"/>
              </a:rPr>
              <a:t>•  Has its own design considerations and recommendations</a:t>
            </a:r>
          </a:p>
          <a:p>
            <a:pPr algn="l"/>
            <a:r>
              <a:rPr sz="1600" dirty="0">
                <a:solidFill>
                  <a:srgbClr val="404040"/>
                </a:solidFill>
                <a:latin typeface="Segoe UI"/>
              </a:rPr>
              <a:t>•  Has its own reference implementation</a:t>
            </a:r>
          </a:p>
        </p:txBody>
      </p:sp>
      <p:sp>
        <p:nvSpPr>
          <p:cNvPr id="4" name="Rectangle 3"/>
          <p:cNvSpPr/>
          <p:nvPr/>
        </p:nvSpPr>
        <p:spPr>
          <a:xfrm>
            <a:off x="3139760" y="3263212"/>
            <a:ext cx="6338263" cy="670000"/>
          </a:xfrm>
          <a:prstGeom prst="rect">
            <a:avLst/>
          </a:prstGeom>
          <a:solidFill>
            <a:srgbClr val="4FA3E3"/>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800" b="1">
                <a:solidFill>
                  <a:srgbClr val="FFFFFF"/>
                </a:solidFill>
                <a:latin typeface="Segoe UI"/>
              </a:rPr>
              <a:t>20% AI Use Case</a:t>
            </a:r>
          </a:p>
        </p:txBody>
      </p:sp>
      <p:sp>
        <p:nvSpPr>
          <p:cNvPr id="5" name="Rectangle 4"/>
          <p:cNvSpPr/>
          <p:nvPr/>
        </p:nvSpPr>
        <p:spPr>
          <a:xfrm>
            <a:off x="3139760" y="3933212"/>
            <a:ext cx="6338263" cy="1005000"/>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800" b="1">
                <a:solidFill>
                  <a:srgbClr val="FFFFFF"/>
                </a:solidFill>
                <a:latin typeface="Segoe UI"/>
              </a:rPr>
              <a:t>30% AI Landing Zone</a:t>
            </a:r>
          </a:p>
        </p:txBody>
      </p:sp>
      <p:sp>
        <p:nvSpPr>
          <p:cNvPr id="6" name="Rectangle 5"/>
          <p:cNvSpPr/>
          <p:nvPr/>
        </p:nvSpPr>
        <p:spPr>
          <a:xfrm>
            <a:off x="3139760" y="4938212"/>
            <a:ext cx="6338263" cy="1675000"/>
          </a:xfrm>
          <a:prstGeom prst="rect">
            <a:avLst/>
          </a:prstGeom>
          <a:solidFill>
            <a:srgbClr val="005A9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800" b="1">
                <a:solidFill>
                  <a:srgbClr val="FFFFFF"/>
                </a:solidFill>
                <a:latin typeface="Segoe UI"/>
              </a:rPr>
              <a:t>50% Azure Landing Zone</a:t>
            </a:r>
          </a:p>
        </p:txBody>
      </p:sp>
      <p:sp>
        <p:nvSpPr>
          <p:cNvPr id="7" name="Rectangle 6"/>
          <p:cNvSpPr/>
          <p:nvPr/>
        </p:nvSpPr>
        <p:spPr>
          <a:xfrm>
            <a:off x="2889760" y="3263212"/>
            <a:ext cx="22000" cy="3350000"/>
          </a:xfrm>
          <a:prstGeom prst="rect">
            <a:avLst/>
          </a:prstGeom>
          <a:solidFill>
            <a:srgbClr val="005A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Isosceles Triangle 7"/>
          <p:cNvSpPr/>
          <p:nvPr/>
        </p:nvSpPr>
        <p:spPr>
          <a:xfrm>
            <a:off x="2810760" y="3113212"/>
            <a:ext cx="180000" cy="155000"/>
          </a:xfrm>
          <a:prstGeom prst="triangle">
            <a:avLst/>
          </a:prstGeom>
          <a:solidFill>
            <a:srgbClr val="005A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rot="16200000">
            <a:off x="1239760" y="4748212"/>
            <a:ext cx="2600000" cy="380000"/>
          </a:xfrm>
          <a:prstGeom prst="rect">
            <a:avLst/>
          </a:prstGeom>
          <a:noFill/>
        </p:spPr>
        <p:txBody>
          <a:bodyPr wrap="none" anchor="ctr">
            <a:spAutoFit/>
          </a:bodyPr>
          <a:lstStyle/>
          <a:p>
            <a:pPr algn="ctr"/>
            <a:r>
              <a:rPr sz="1200" b="1">
                <a:solidFill>
                  <a:srgbClr val="005A9E"/>
                </a:solidFill>
                <a:latin typeface="Segoe UI"/>
              </a:rPr>
              <a:t>S P E C I A L I Z A T I O 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CEC2CD-43D6-6573-F0F7-60AFB15687B4}"/>
              </a:ext>
            </a:extLst>
          </p:cNvPr>
          <p:cNvSpPr>
            <a:spLocks noGrp="1"/>
          </p:cNvSpPr>
          <p:nvPr>
            <p:ph type="title"/>
          </p:nvPr>
        </p:nvSpPr>
        <p:spPr/>
        <p:txBody>
          <a:bodyPr/>
          <a:lstStyle/>
          <a:p>
            <a:r>
              <a:rPr lang="" dirty="0"/>
              <a:t>AI Landing Zones</a:t>
            </a:r>
            <a:endParaRPr lang="LID4096" dirty="0"/>
          </a:p>
        </p:txBody>
      </p:sp>
      <p:sp>
        <p:nvSpPr>
          <p:cNvPr id="3" name="Oval 2"/>
          <p:cNvSpPr/>
          <p:nvPr/>
        </p:nvSpPr>
        <p:spPr>
          <a:xfrm>
            <a:off x="1874200" y="1500000"/>
            <a:ext cx="720000" cy="720000"/>
          </a:xfrm>
          <a:prstGeom prst="ellipse">
            <a:avLst/>
          </a:prstGeom>
          <a:noFill/>
          <a:ln w="28575">
            <a:solidFill>
              <a:srgbClr val="0078D4"/>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600">
                <a:solidFill>
                  <a:srgbClr val="0078D4"/>
                </a:solidFill>
                <a:latin typeface="Segoe UI Symbol"/>
              </a:rPr>
              <a:t>▦</a:t>
            </a:r>
          </a:p>
        </p:txBody>
      </p:sp>
      <p:sp>
        <p:nvSpPr>
          <p:cNvPr id="4" name="Rounded Rectangle 3"/>
          <p:cNvSpPr/>
          <p:nvPr/>
        </p:nvSpPr>
        <p:spPr>
          <a:xfrm>
            <a:off x="584200" y="2350000"/>
            <a:ext cx="3300000" cy="3850000"/>
          </a:xfrm>
          <a:prstGeom prst="roundRect">
            <a:avLst>
              <a:gd name="adj" fmla="val 4500"/>
            </a:avLst>
          </a:prstGeom>
          <a:solidFill>
            <a:srgbClr val="FFFFFF"/>
          </a:solidFill>
          <a:ln w="12700">
            <a:solidFill>
              <a:srgbClr val="D9D9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714200" y="2470000"/>
            <a:ext cx="3040000" cy="520000"/>
          </a:xfrm>
          <a:prstGeom prst="roundRect">
            <a:avLst>
              <a:gd name="adj" fmla="val 10000"/>
            </a:avLst>
          </a:prstGeom>
          <a:gradFill rotWithShape="1">
            <a:gsLst>
              <a:gs pos="0">
                <a:srgbClr val="0078D4"/>
              </a:gs>
              <a:gs pos="100000">
                <a:srgbClr val="005A9E"/>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700" b="1">
                <a:solidFill>
                  <a:srgbClr val="FFFFFF"/>
                </a:solidFill>
                <a:latin typeface="Segoe UI"/>
              </a:rPr>
              <a:t>Design Framework</a:t>
            </a:r>
          </a:p>
        </p:txBody>
      </p:sp>
      <p:sp>
        <p:nvSpPr>
          <p:cNvPr id="6" name="TextBox 5"/>
          <p:cNvSpPr txBox="1"/>
          <p:nvPr/>
        </p:nvSpPr>
        <p:spPr>
          <a:xfrm>
            <a:off x="714200" y="3418417"/>
            <a:ext cx="3040000" cy="323165"/>
          </a:xfrm>
          <a:prstGeom prst="rect">
            <a:avLst/>
          </a:prstGeom>
          <a:noFill/>
        </p:spPr>
        <p:txBody>
          <a:bodyPr wrap="square" anchor="ctr">
            <a:spAutoFit/>
          </a:bodyPr>
          <a:lstStyle/>
          <a:p>
            <a:pPr algn="ctr"/>
            <a:r>
              <a:rPr sz="1500" dirty="0">
                <a:latin typeface="Segoe UI"/>
                <a:hlinkClick r:id="rId3">
                  <a:extLst>
                    <a:ext uri="{A12FA001-AC4F-418D-AE19-62706E023703}">
                      <ahyp:hlinkClr xmlns:ahyp="http://schemas.microsoft.com/office/drawing/2018/hyperlinkcolor" val="tx"/>
                    </a:ext>
                  </a:extLst>
                </a:hlinkClick>
              </a:rPr>
              <a:t>Cloud Adoption Framework</a:t>
            </a:r>
            <a:endParaRPr sz="1500" dirty="0">
              <a:latin typeface="Segoe UI"/>
            </a:endParaRPr>
          </a:p>
        </p:txBody>
      </p:sp>
      <p:sp>
        <p:nvSpPr>
          <p:cNvPr id="7" name="TextBox 6"/>
          <p:cNvSpPr txBox="1"/>
          <p:nvPr/>
        </p:nvSpPr>
        <p:spPr>
          <a:xfrm>
            <a:off x="714200" y="4418417"/>
            <a:ext cx="3040000" cy="323165"/>
          </a:xfrm>
          <a:prstGeom prst="rect">
            <a:avLst/>
          </a:prstGeom>
          <a:noFill/>
        </p:spPr>
        <p:txBody>
          <a:bodyPr wrap="square" anchor="ctr">
            <a:spAutoFit/>
          </a:bodyPr>
          <a:lstStyle/>
          <a:p>
            <a:pPr algn="ctr"/>
            <a:r>
              <a:rPr sz="1500" dirty="0">
                <a:latin typeface="Segoe UI"/>
                <a:hlinkClick r:id="rId4">
                  <a:extLst>
                    <a:ext uri="{A12FA001-AC4F-418D-AE19-62706E023703}">
                      <ahyp:hlinkClr xmlns:ahyp="http://schemas.microsoft.com/office/drawing/2018/hyperlinkcolor" val="tx"/>
                    </a:ext>
                  </a:extLst>
                </a:hlinkClick>
              </a:rPr>
              <a:t>Well Architected Framework</a:t>
            </a:r>
            <a:endParaRPr sz="1500" dirty="0">
              <a:latin typeface="Segoe UI"/>
            </a:endParaRPr>
          </a:p>
        </p:txBody>
      </p:sp>
      <p:sp>
        <p:nvSpPr>
          <p:cNvPr id="8" name="Rectangle 7"/>
          <p:cNvSpPr/>
          <p:nvPr/>
        </p:nvSpPr>
        <p:spPr>
          <a:xfrm>
            <a:off x="774200" y="4080000"/>
            <a:ext cx="2920000" cy="9525"/>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14200" y="5418417"/>
            <a:ext cx="3040000" cy="323165"/>
          </a:xfrm>
          <a:prstGeom prst="rect">
            <a:avLst/>
          </a:prstGeom>
          <a:noFill/>
        </p:spPr>
        <p:txBody>
          <a:bodyPr wrap="square" anchor="ctr">
            <a:spAutoFit/>
          </a:bodyPr>
          <a:lstStyle/>
          <a:p>
            <a:pPr algn="ctr"/>
            <a:r>
              <a:rPr sz="1500" dirty="0">
                <a:latin typeface="Segoe UI"/>
                <a:hlinkClick r:id="rId5">
                  <a:extLst>
                    <a:ext uri="{A12FA001-AC4F-418D-AE19-62706E023703}">
                      <ahyp:hlinkClr xmlns:ahyp="http://schemas.microsoft.com/office/drawing/2018/hyperlinkcolor" val="tx"/>
                    </a:ext>
                  </a:extLst>
                </a:hlinkClick>
              </a:rPr>
              <a:t>Azure Architecture Center</a:t>
            </a:r>
            <a:endParaRPr sz="1500" dirty="0">
              <a:latin typeface="Segoe UI"/>
            </a:endParaRPr>
          </a:p>
        </p:txBody>
      </p:sp>
      <p:sp>
        <p:nvSpPr>
          <p:cNvPr id="10" name="Rectangle 9"/>
          <p:cNvSpPr/>
          <p:nvPr/>
        </p:nvSpPr>
        <p:spPr>
          <a:xfrm>
            <a:off x="774200" y="5080000"/>
            <a:ext cx="2920000" cy="9525"/>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5736000" y="1500000"/>
            <a:ext cx="720000" cy="720000"/>
          </a:xfrm>
          <a:prstGeom prst="ellipse">
            <a:avLst/>
          </a:prstGeom>
          <a:noFill/>
          <a:ln w="28575">
            <a:solidFill>
              <a:srgbClr val="0078D4"/>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600">
                <a:solidFill>
                  <a:srgbClr val="0078D4"/>
                </a:solidFill>
                <a:latin typeface="Segoe UI Symbol"/>
              </a:rPr>
              <a:t>⬡</a:t>
            </a:r>
          </a:p>
        </p:txBody>
      </p:sp>
      <p:sp>
        <p:nvSpPr>
          <p:cNvPr id="12" name="Rounded Rectangle 11"/>
          <p:cNvSpPr/>
          <p:nvPr/>
        </p:nvSpPr>
        <p:spPr>
          <a:xfrm>
            <a:off x="4446000" y="2350000"/>
            <a:ext cx="3300000" cy="3850000"/>
          </a:xfrm>
          <a:prstGeom prst="roundRect">
            <a:avLst>
              <a:gd name="adj" fmla="val 4500"/>
            </a:avLst>
          </a:prstGeom>
          <a:solidFill>
            <a:srgbClr val="FFFFFF"/>
          </a:solidFill>
          <a:ln w="12700">
            <a:solidFill>
              <a:srgbClr val="D9D9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4576000" y="2470000"/>
            <a:ext cx="3040000" cy="520000"/>
          </a:xfrm>
          <a:prstGeom prst="roundRect">
            <a:avLst>
              <a:gd name="adj" fmla="val 10000"/>
            </a:avLst>
          </a:prstGeom>
          <a:gradFill rotWithShape="1">
            <a:gsLst>
              <a:gs pos="0">
                <a:srgbClr val="0078D4"/>
              </a:gs>
              <a:gs pos="100000">
                <a:srgbClr val="005A9E"/>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700" b="1">
                <a:solidFill>
                  <a:srgbClr val="FFFFFF"/>
                </a:solidFill>
                <a:latin typeface="Segoe UI"/>
              </a:rPr>
              <a:t>Reference Architecture</a:t>
            </a:r>
          </a:p>
        </p:txBody>
      </p:sp>
      <p:sp>
        <p:nvSpPr>
          <p:cNvPr id="14" name="TextBox 13"/>
          <p:cNvSpPr txBox="1"/>
          <p:nvPr/>
        </p:nvSpPr>
        <p:spPr>
          <a:xfrm>
            <a:off x="4576000" y="3418417"/>
            <a:ext cx="3040000" cy="323165"/>
          </a:xfrm>
          <a:prstGeom prst="rect">
            <a:avLst/>
          </a:prstGeom>
          <a:noFill/>
        </p:spPr>
        <p:txBody>
          <a:bodyPr wrap="square" anchor="ctr">
            <a:spAutoFit/>
          </a:bodyPr>
          <a:lstStyle/>
          <a:p>
            <a:pPr algn="ctr"/>
            <a:r>
              <a:rPr lang="en-GB" sz="1500" dirty="0">
                <a:latin typeface="Segoe UI"/>
                <a:hlinkClick r:id="rId6">
                  <a:extLst>
                    <a:ext uri="{A12FA001-AC4F-418D-AE19-62706E023703}">
                      <ahyp:hlinkClr xmlns:ahyp="http://schemas.microsoft.com/office/drawing/2018/hyperlinkcolor" val="tx"/>
                    </a:ext>
                  </a:extLst>
                </a:hlinkClick>
              </a:rPr>
              <a:t>AI </a:t>
            </a:r>
            <a:r>
              <a:rPr sz="1500" dirty="0">
                <a:latin typeface="Segoe UI"/>
                <a:hlinkClick r:id="rId6">
                  <a:extLst>
                    <a:ext uri="{A12FA001-AC4F-418D-AE19-62706E023703}">
                      <ahyp:hlinkClr xmlns:ahyp="http://schemas.microsoft.com/office/drawing/2018/hyperlinkcolor" val="tx"/>
                    </a:ext>
                  </a:extLst>
                </a:hlinkClick>
              </a:rPr>
              <a:t>Foundry Landing Zone</a:t>
            </a:r>
            <a:endParaRPr sz="1500" dirty="0">
              <a:latin typeface="Segoe UI"/>
            </a:endParaRPr>
          </a:p>
        </p:txBody>
      </p:sp>
      <p:sp>
        <p:nvSpPr>
          <p:cNvPr id="15" name="TextBox 14"/>
          <p:cNvSpPr txBox="1"/>
          <p:nvPr/>
        </p:nvSpPr>
        <p:spPr>
          <a:xfrm>
            <a:off x="4576000" y="4418417"/>
            <a:ext cx="3040000" cy="323165"/>
          </a:xfrm>
          <a:prstGeom prst="rect">
            <a:avLst/>
          </a:prstGeom>
          <a:noFill/>
        </p:spPr>
        <p:txBody>
          <a:bodyPr wrap="square" anchor="ctr">
            <a:spAutoFit/>
          </a:bodyPr>
          <a:lstStyle/>
          <a:p>
            <a:pPr algn="ctr"/>
            <a:r>
              <a:rPr sz="1500" dirty="0">
                <a:latin typeface="Segoe UI"/>
                <a:hlinkClick r:id="rId7">
                  <a:extLst>
                    <a:ext uri="{A12FA001-AC4F-418D-AE19-62706E023703}">
                      <ahyp:hlinkClr xmlns:ahyp="http://schemas.microsoft.com/office/drawing/2018/hyperlinkcolor" val="tx"/>
                    </a:ext>
                  </a:extLst>
                </a:hlinkClick>
              </a:rPr>
              <a:t>AI Gateway Landing Zone</a:t>
            </a:r>
            <a:endParaRPr sz="1500" dirty="0">
              <a:latin typeface="Segoe UI"/>
            </a:endParaRPr>
          </a:p>
        </p:txBody>
      </p:sp>
      <p:sp>
        <p:nvSpPr>
          <p:cNvPr id="16" name="Rectangle 15"/>
          <p:cNvSpPr/>
          <p:nvPr/>
        </p:nvSpPr>
        <p:spPr>
          <a:xfrm>
            <a:off x="4636000" y="4080000"/>
            <a:ext cx="2920000" cy="9525"/>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576000" y="5303001"/>
            <a:ext cx="3040000" cy="553998"/>
          </a:xfrm>
          <a:prstGeom prst="rect">
            <a:avLst/>
          </a:prstGeom>
          <a:noFill/>
        </p:spPr>
        <p:txBody>
          <a:bodyPr wrap="square" anchor="ctr">
            <a:spAutoFit/>
          </a:bodyPr>
          <a:lstStyle/>
          <a:p>
            <a:pPr algn="ctr"/>
            <a:r>
              <a:rPr sz="1500" dirty="0">
                <a:solidFill>
                  <a:srgbClr val="404040"/>
                </a:solidFill>
                <a:latin typeface="Segoe UI"/>
              </a:rPr>
              <a:t>Support</a:t>
            </a:r>
            <a:r>
              <a:rPr lang="en-GB" sz="1500" dirty="0">
                <a:solidFill>
                  <a:srgbClr val="404040"/>
                </a:solidFill>
                <a:latin typeface="Segoe UI"/>
              </a:rPr>
              <a:t>s</a:t>
            </a:r>
            <a:r>
              <a:rPr sz="1500" dirty="0">
                <a:solidFill>
                  <a:srgbClr val="404040"/>
                </a:solidFill>
                <a:latin typeface="Segoe UI"/>
              </a:rPr>
              <a:t> </a:t>
            </a:r>
            <a:r>
              <a:rPr lang="en-GB" sz="1500" dirty="0">
                <a:solidFill>
                  <a:srgbClr val="404040"/>
                </a:solidFill>
                <a:latin typeface="Segoe UI"/>
              </a:rPr>
              <a:t>the </a:t>
            </a:r>
            <a:r>
              <a:rPr sz="1500" dirty="0">
                <a:solidFill>
                  <a:srgbClr val="404040"/>
                </a:solidFill>
                <a:latin typeface="Segoe UI"/>
              </a:rPr>
              <a:t>Platform Landing Zone</a:t>
            </a:r>
          </a:p>
        </p:txBody>
      </p:sp>
      <p:sp>
        <p:nvSpPr>
          <p:cNvPr id="18" name="Rectangle 17"/>
          <p:cNvSpPr/>
          <p:nvPr/>
        </p:nvSpPr>
        <p:spPr>
          <a:xfrm>
            <a:off x="4636000" y="5080000"/>
            <a:ext cx="2920000" cy="9525"/>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9597800" y="1500000"/>
            <a:ext cx="720000" cy="720000"/>
          </a:xfrm>
          <a:prstGeom prst="ellipse">
            <a:avLst/>
          </a:prstGeom>
          <a:noFill/>
          <a:ln w="28575">
            <a:solidFill>
              <a:srgbClr val="0078D4"/>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600">
                <a:solidFill>
                  <a:srgbClr val="0078D4"/>
                </a:solidFill>
                <a:latin typeface="Segoe UI Symbol"/>
              </a:rPr>
              <a:t>❖</a:t>
            </a:r>
          </a:p>
        </p:txBody>
      </p:sp>
      <p:sp>
        <p:nvSpPr>
          <p:cNvPr id="20" name="Rounded Rectangle 19"/>
          <p:cNvSpPr/>
          <p:nvPr/>
        </p:nvSpPr>
        <p:spPr>
          <a:xfrm>
            <a:off x="8307800" y="2350000"/>
            <a:ext cx="3300000" cy="3850000"/>
          </a:xfrm>
          <a:prstGeom prst="roundRect">
            <a:avLst>
              <a:gd name="adj" fmla="val 4500"/>
            </a:avLst>
          </a:prstGeom>
          <a:solidFill>
            <a:srgbClr val="FFFFFF"/>
          </a:solidFill>
          <a:ln w="12700">
            <a:solidFill>
              <a:srgbClr val="D9D9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8437800" y="2470000"/>
            <a:ext cx="3040000" cy="520000"/>
          </a:xfrm>
          <a:prstGeom prst="roundRect">
            <a:avLst>
              <a:gd name="adj" fmla="val 10000"/>
            </a:avLst>
          </a:prstGeom>
          <a:gradFill rotWithShape="1">
            <a:gsLst>
              <a:gs pos="0">
                <a:srgbClr val="0078D4"/>
              </a:gs>
              <a:gs pos="100000">
                <a:srgbClr val="005A9E"/>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700" b="1">
                <a:solidFill>
                  <a:srgbClr val="FFFFFF"/>
                </a:solidFill>
                <a:latin typeface="Segoe UI"/>
              </a:rPr>
              <a:t>Extensible Implementation</a:t>
            </a:r>
          </a:p>
        </p:txBody>
      </p:sp>
      <p:sp>
        <p:nvSpPr>
          <p:cNvPr id="22" name="TextBox 21"/>
          <p:cNvSpPr txBox="1"/>
          <p:nvPr/>
        </p:nvSpPr>
        <p:spPr>
          <a:xfrm>
            <a:off x="8437800" y="3080000"/>
            <a:ext cx="3040000" cy="1000000"/>
          </a:xfrm>
          <a:prstGeom prst="rect">
            <a:avLst/>
          </a:prstGeom>
          <a:noFill/>
        </p:spPr>
        <p:txBody>
          <a:bodyPr wrap="square" anchor="ctr">
            <a:spAutoFit/>
          </a:bodyPr>
          <a:lstStyle/>
          <a:p>
            <a:pPr algn="ctr"/>
            <a:r>
              <a:rPr sz="1500">
                <a:solidFill>
                  <a:srgbClr val="404040"/>
                </a:solidFill>
                <a:latin typeface="Segoe UI"/>
              </a:rPr>
              <a:t>Terraform</a:t>
            </a:r>
          </a:p>
        </p:txBody>
      </p:sp>
      <p:sp>
        <p:nvSpPr>
          <p:cNvPr id="23" name="TextBox 22"/>
          <p:cNvSpPr txBox="1"/>
          <p:nvPr/>
        </p:nvSpPr>
        <p:spPr>
          <a:xfrm>
            <a:off x="8437800" y="4080000"/>
            <a:ext cx="3040000" cy="1000000"/>
          </a:xfrm>
          <a:prstGeom prst="rect">
            <a:avLst/>
          </a:prstGeom>
          <a:noFill/>
        </p:spPr>
        <p:txBody>
          <a:bodyPr wrap="square" anchor="ctr">
            <a:spAutoFit/>
          </a:bodyPr>
          <a:lstStyle/>
          <a:p>
            <a:pPr algn="ctr"/>
            <a:r>
              <a:rPr sz="1500">
                <a:solidFill>
                  <a:srgbClr val="404040"/>
                </a:solidFill>
                <a:latin typeface="Segoe UI"/>
              </a:rPr>
              <a:t>Bicep</a:t>
            </a:r>
          </a:p>
        </p:txBody>
      </p:sp>
      <p:sp>
        <p:nvSpPr>
          <p:cNvPr id="24" name="Rectangle 23"/>
          <p:cNvSpPr/>
          <p:nvPr/>
        </p:nvSpPr>
        <p:spPr>
          <a:xfrm>
            <a:off x="8497800" y="4080000"/>
            <a:ext cx="2920000" cy="9525"/>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437800" y="5080000"/>
            <a:ext cx="3040000" cy="1000000"/>
          </a:xfrm>
          <a:prstGeom prst="rect">
            <a:avLst/>
          </a:prstGeom>
          <a:noFill/>
        </p:spPr>
        <p:txBody>
          <a:bodyPr wrap="square" anchor="ctr">
            <a:spAutoFit/>
          </a:bodyPr>
          <a:lstStyle/>
          <a:p>
            <a:pPr algn="ctr"/>
            <a:r>
              <a:rPr sz="1500">
                <a:solidFill>
                  <a:srgbClr val="404040"/>
                </a:solidFill>
                <a:latin typeface="Segoe UI"/>
              </a:rPr>
              <a:t>Portal</a:t>
            </a:r>
          </a:p>
        </p:txBody>
      </p:sp>
      <p:sp>
        <p:nvSpPr>
          <p:cNvPr id="26" name="Rectangle 25"/>
          <p:cNvSpPr/>
          <p:nvPr/>
        </p:nvSpPr>
        <p:spPr>
          <a:xfrm>
            <a:off x="8497800" y="5080000"/>
            <a:ext cx="2920000" cy="9525"/>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3578516351"/>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r>
              <a:rPr dirty="0"/>
              <a:t>Azure AI Landing Zones</a:t>
            </a:r>
          </a:p>
        </p:txBody>
      </p:sp>
      <p:pic>
        <p:nvPicPr>
          <p:cNvPr id="3" name="Picture 2" descr="overview.png"/>
          <p:cNvPicPr>
            <a:picLocks noChangeAspect="1"/>
          </p:cNvPicPr>
          <p:nvPr/>
        </p:nvPicPr>
        <p:blipFill>
          <a:blip r:embed="rId3"/>
          <a:stretch>
            <a:fillRect/>
          </a:stretch>
        </p:blipFill>
        <p:spPr>
          <a:xfrm>
            <a:off x="2390807" y="1685334"/>
            <a:ext cx="7410386" cy="416052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59091" y="2895482"/>
            <a:ext cx="4800600" cy="1231106"/>
          </a:xfrm>
        </p:spPr>
        <p:txBody>
          <a:bodyPr/>
          <a:lstStyle/>
          <a:p>
            <a:r>
              <a:rPr dirty="0"/>
              <a:t>AI Foundry Landing Zone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r>
              <a:t>Reference architecture: AI Foundry Landing Zone</a:t>
            </a:r>
          </a:p>
        </p:txBody>
      </p:sp>
      <p:pic>
        <p:nvPicPr>
          <p:cNvPr id="3" name="Picture 2" descr="foundry.png"/>
          <p:cNvPicPr>
            <a:picLocks noChangeAspect="1"/>
          </p:cNvPicPr>
          <p:nvPr/>
        </p:nvPicPr>
        <p:blipFill>
          <a:blip r:embed="rId3"/>
          <a:stretch>
            <a:fillRect/>
          </a:stretch>
        </p:blipFill>
        <p:spPr>
          <a:xfrm>
            <a:off x="1736949" y="1308579"/>
            <a:ext cx="8534797" cy="5092221"/>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342" y="2973860"/>
            <a:ext cx="4800600" cy="1231106"/>
          </a:xfrm>
        </p:spPr>
        <p:txBody>
          <a:bodyPr/>
          <a:lstStyle/>
          <a:p>
            <a:r>
              <a:rPr dirty="0"/>
              <a:t>AI Gateway Landing Zone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398844-B3E9-0930-2831-57EE2E05845E}"/>
              </a:ext>
            </a:extLst>
          </p:cNvPr>
          <p:cNvSpPr>
            <a:spLocks noGrp="1"/>
          </p:cNvSpPr>
          <p:nvPr>
            <p:ph type="title"/>
          </p:nvPr>
        </p:nvSpPr>
        <p:spPr/>
        <p:txBody>
          <a:bodyPr/>
          <a:lstStyle/>
          <a:p>
            <a:r>
              <a:rPr lang="en-GB"/>
              <a:t>What is </a:t>
            </a:r>
            <a:r>
              <a:rPr lang="en-GB" dirty="0"/>
              <a:t>an AI Gateway?</a:t>
            </a:r>
            <a:endParaRPr lang="LID4096" dirty="0"/>
          </a:p>
        </p:txBody>
      </p:sp>
      <p:sp>
        <p:nvSpPr>
          <p:cNvPr id="21" name="Rectangle: Rounded Corners 20">
            <a:extLst>
              <a:ext uri="{FF2B5EF4-FFF2-40B4-BE49-F238E27FC236}">
                <a16:creationId xmlns:a16="http://schemas.microsoft.com/office/drawing/2014/main" id="{917A0491-294B-91BE-6A34-0780AFC43C14}"/>
              </a:ext>
            </a:extLst>
          </p:cNvPr>
          <p:cNvSpPr/>
          <p:nvPr/>
        </p:nvSpPr>
        <p:spPr bwMode="auto">
          <a:xfrm>
            <a:off x="588263" y="1614616"/>
            <a:ext cx="10668000" cy="1371600"/>
          </a:xfrm>
          <a:prstGeom prst="roundRect">
            <a:avLst/>
          </a:prstGeom>
          <a:solidFill>
            <a:srgbClr val="F4F7FC"/>
          </a:solidFill>
          <a:ln w="1270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LID4096" sz="2000" dirty="0" err="1">
              <a:solidFill>
                <a:srgbClr val="FFFFFF"/>
              </a:solidFill>
              <a:ea typeface="Segoe UI" pitchFamily="34" charset="0"/>
              <a:cs typeface="Segoe UI" pitchFamily="34" charset="0"/>
            </a:endParaRPr>
          </a:p>
        </p:txBody>
      </p:sp>
      <p:sp>
        <p:nvSpPr>
          <p:cNvPr id="22" name="Oval 21">
            <a:extLst>
              <a:ext uri="{FF2B5EF4-FFF2-40B4-BE49-F238E27FC236}">
                <a16:creationId xmlns:a16="http://schemas.microsoft.com/office/drawing/2014/main" id="{8ECB2303-C592-8E4E-4028-4A50CA847801}"/>
              </a:ext>
            </a:extLst>
          </p:cNvPr>
          <p:cNvSpPr/>
          <p:nvPr/>
        </p:nvSpPr>
        <p:spPr bwMode="auto">
          <a:xfrm>
            <a:off x="893063" y="1906716"/>
            <a:ext cx="787400" cy="787400"/>
          </a:xfrm>
          <a:prstGeom prst="ellipse">
            <a:avLst/>
          </a:prstGeom>
          <a:solidFill>
            <a:schemeClr val="bg1"/>
          </a:solidFill>
          <a:ln>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spcBef>
                <a:spcPct val="0"/>
              </a:spcBef>
              <a:spcAft>
                <a:spcPct val="0"/>
              </a:spcAft>
            </a:pPr>
            <a:r>
              <a:rPr lang="en-US" sz="2600" b="1" dirty="0">
                <a:solidFill>
                  <a:schemeClr val="tx2"/>
                </a:solidFill>
                <a:ea typeface="Segoe UI" pitchFamily="34" charset="0"/>
                <a:cs typeface="Segoe UI" pitchFamily="34" charset="0"/>
              </a:rPr>
              <a:t>1</a:t>
            </a:r>
            <a:endParaRPr lang="LID4096" sz="2600" b="1" dirty="0" err="1">
              <a:solidFill>
                <a:schemeClr val="tx2"/>
              </a:solidFill>
              <a:ea typeface="Segoe UI" pitchFamily="34" charset="0"/>
              <a:cs typeface="Segoe UI" pitchFamily="34" charset="0"/>
            </a:endParaRPr>
          </a:p>
        </p:txBody>
      </p:sp>
      <p:sp>
        <p:nvSpPr>
          <p:cNvPr id="23" name="TextBox 22">
            <a:extLst>
              <a:ext uri="{FF2B5EF4-FFF2-40B4-BE49-F238E27FC236}">
                <a16:creationId xmlns:a16="http://schemas.microsoft.com/office/drawing/2014/main" id="{086B0DC5-6DFD-A56F-9C98-E2858C049C6B}"/>
              </a:ext>
            </a:extLst>
          </p:cNvPr>
          <p:cNvSpPr txBox="1"/>
          <p:nvPr/>
        </p:nvSpPr>
        <p:spPr>
          <a:xfrm>
            <a:off x="2036063" y="2038805"/>
            <a:ext cx="8864600" cy="307777"/>
          </a:xfrm>
          <a:prstGeom prst="rect">
            <a:avLst/>
          </a:prstGeom>
          <a:noFill/>
        </p:spPr>
        <p:txBody>
          <a:bodyPr vert="horz" wrap="square" lIns="0" tIns="0" rIns="0" bIns="0" rtlCol="0">
            <a:noAutofit/>
          </a:bodyPr>
          <a:lstStyle/>
          <a:p>
            <a:pPr algn="l"/>
            <a:r>
              <a:rPr lang="en-US" sz="2000" b="1" dirty="0">
                <a:solidFill>
                  <a:srgbClr val="1B2A4A"/>
                </a:solidFill>
                <a:latin typeface="Segoe UI Semibold" panose="020B0702040204020203" pitchFamily="34" charset="0"/>
              </a:rPr>
              <a:t>Concept</a:t>
            </a:r>
            <a:endParaRPr lang="LID4096" sz="2000" b="1" dirty="0" err="1">
              <a:solidFill>
                <a:srgbClr val="1B2A4A"/>
              </a:solidFill>
              <a:latin typeface="Segoe UI Semibold" panose="020B0702040204020203" pitchFamily="34" charset="0"/>
            </a:endParaRPr>
          </a:p>
        </p:txBody>
      </p:sp>
      <p:sp>
        <p:nvSpPr>
          <p:cNvPr id="24" name="TextBox 23">
            <a:extLst>
              <a:ext uri="{FF2B5EF4-FFF2-40B4-BE49-F238E27FC236}">
                <a16:creationId xmlns:a16="http://schemas.microsoft.com/office/drawing/2014/main" id="{EE31199F-F093-8548-8A01-3C750BF759C0}"/>
              </a:ext>
            </a:extLst>
          </p:cNvPr>
          <p:cNvSpPr txBox="1"/>
          <p:nvPr/>
        </p:nvSpPr>
        <p:spPr>
          <a:xfrm>
            <a:off x="2036063" y="2448182"/>
            <a:ext cx="8864600" cy="215444"/>
          </a:xfrm>
          <a:prstGeom prst="rect">
            <a:avLst/>
          </a:prstGeom>
          <a:noFill/>
        </p:spPr>
        <p:txBody>
          <a:bodyPr vert="horz" wrap="square" lIns="0" tIns="0" rIns="0" bIns="0" rtlCol="0">
            <a:noAutofit/>
          </a:bodyPr>
          <a:lstStyle/>
          <a:p>
            <a:pPr algn="l"/>
            <a:r>
              <a:rPr lang="en-GB" sz="1400" dirty="0">
                <a:latin typeface="Segoe UI" panose="020B0502040204020203" pitchFamily="34" charset="0"/>
              </a:rPr>
              <a:t>A controlled front door between apps and AI services — it centralizes access to models and endpoints.</a:t>
            </a:r>
            <a:endParaRPr lang="LID4096" sz="1400" dirty="0" err="1">
              <a:latin typeface="Segoe UI" panose="020B0502040204020203" pitchFamily="34" charset="0"/>
            </a:endParaRPr>
          </a:p>
        </p:txBody>
      </p:sp>
      <p:sp>
        <p:nvSpPr>
          <p:cNvPr id="25" name="Rectangle: Rounded Corners 24">
            <a:extLst>
              <a:ext uri="{FF2B5EF4-FFF2-40B4-BE49-F238E27FC236}">
                <a16:creationId xmlns:a16="http://schemas.microsoft.com/office/drawing/2014/main" id="{6EBDA7A7-379D-EAB9-0454-F92D1C72E045}"/>
              </a:ext>
            </a:extLst>
          </p:cNvPr>
          <p:cNvSpPr/>
          <p:nvPr/>
        </p:nvSpPr>
        <p:spPr bwMode="auto">
          <a:xfrm>
            <a:off x="588263" y="3189416"/>
            <a:ext cx="10668000" cy="1371600"/>
          </a:xfrm>
          <a:prstGeom prst="roundRect">
            <a:avLst/>
          </a:prstGeom>
          <a:solidFill>
            <a:srgbClr val="F4F7FC"/>
          </a:solidFill>
          <a:ln w="1270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LID4096" sz="2000" dirty="0" err="1">
              <a:solidFill>
                <a:srgbClr val="FFFFFF"/>
              </a:solidFill>
              <a:ea typeface="Segoe UI" pitchFamily="34" charset="0"/>
              <a:cs typeface="Segoe UI" pitchFamily="34" charset="0"/>
            </a:endParaRPr>
          </a:p>
        </p:txBody>
      </p:sp>
      <p:sp>
        <p:nvSpPr>
          <p:cNvPr id="26" name="Oval 25">
            <a:extLst>
              <a:ext uri="{FF2B5EF4-FFF2-40B4-BE49-F238E27FC236}">
                <a16:creationId xmlns:a16="http://schemas.microsoft.com/office/drawing/2014/main" id="{9FCCF8E6-016F-9FCD-4CFE-F071F0491F02}"/>
              </a:ext>
            </a:extLst>
          </p:cNvPr>
          <p:cNvSpPr/>
          <p:nvPr/>
        </p:nvSpPr>
        <p:spPr bwMode="auto">
          <a:xfrm>
            <a:off x="893063" y="3481516"/>
            <a:ext cx="787400" cy="787400"/>
          </a:xfrm>
          <a:prstGeom prst="ellipse">
            <a:avLst/>
          </a:prstGeom>
          <a:solidFill>
            <a:schemeClr val="bg1"/>
          </a:solidFill>
          <a:ln>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spcBef>
                <a:spcPct val="0"/>
              </a:spcBef>
              <a:spcAft>
                <a:spcPct val="0"/>
              </a:spcAft>
            </a:pPr>
            <a:r>
              <a:rPr lang="en-US" sz="2600" b="1" dirty="0">
                <a:solidFill>
                  <a:schemeClr val="tx2"/>
                </a:solidFill>
                <a:ea typeface="Segoe UI" pitchFamily="34" charset="0"/>
                <a:cs typeface="Segoe UI" pitchFamily="34" charset="0"/>
              </a:rPr>
              <a:t>2</a:t>
            </a:r>
            <a:endParaRPr lang="LID4096" sz="2600" b="1" dirty="0" err="1">
              <a:solidFill>
                <a:schemeClr val="tx2"/>
              </a:solidFill>
              <a:ea typeface="Segoe UI" pitchFamily="34" charset="0"/>
              <a:cs typeface="Segoe UI" pitchFamily="34" charset="0"/>
            </a:endParaRPr>
          </a:p>
        </p:txBody>
      </p:sp>
      <p:sp>
        <p:nvSpPr>
          <p:cNvPr id="27" name="TextBox 26">
            <a:extLst>
              <a:ext uri="{FF2B5EF4-FFF2-40B4-BE49-F238E27FC236}">
                <a16:creationId xmlns:a16="http://schemas.microsoft.com/office/drawing/2014/main" id="{62DAECE5-77A9-C021-03E7-1BE5E8AE2CBC}"/>
              </a:ext>
            </a:extLst>
          </p:cNvPr>
          <p:cNvSpPr txBox="1"/>
          <p:nvPr/>
        </p:nvSpPr>
        <p:spPr>
          <a:xfrm>
            <a:off x="2036063" y="3567439"/>
            <a:ext cx="8864600" cy="307777"/>
          </a:xfrm>
          <a:prstGeom prst="rect">
            <a:avLst/>
          </a:prstGeom>
          <a:noFill/>
        </p:spPr>
        <p:txBody>
          <a:bodyPr vert="horz" wrap="square" lIns="0" tIns="0" rIns="0" bIns="0" rtlCol="0">
            <a:noAutofit/>
          </a:bodyPr>
          <a:lstStyle/>
          <a:p>
            <a:pPr algn="l"/>
            <a:r>
              <a:rPr lang="en-US" sz="2000" b="1" dirty="0">
                <a:solidFill>
                  <a:srgbClr val="1B2A4A"/>
                </a:solidFill>
                <a:latin typeface="Segoe UI Semibold" panose="020B0702040204020203" pitchFamily="34" charset="0"/>
              </a:rPr>
              <a:t>What It Does</a:t>
            </a:r>
            <a:endParaRPr lang="LID4096" sz="2000" b="1" dirty="0" err="1">
              <a:solidFill>
                <a:srgbClr val="1B2A4A"/>
              </a:solidFill>
              <a:latin typeface="Segoe UI Semibold" panose="020B0702040204020203" pitchFamily="34" charset="0"/>
            </a:endParaRPr>
          </a:p>
        </p:txBody>
      </p:sp>
      <p:sp>
        <p:nvSpPr>
          <p:cNvPr id="28" name="TextBox 27">
            <a:extLst>
              <a:ext uri="{FF2B5EF4-FFF2-40B4-BE49-F238E27FC236}">
                <a16:creationId xmlns:a16="http://schemas.microsoft.com/office/drawing/2014/main" id="{5476A6B6-7838-ECC4-B0FF-3B8540F87964}"/>
              </a:ext>
            </a:extLst>
          </p:cNvPr>
          <p:cNvSpPr txBox="1"/>
          <p:nvPr/>
        </p:nvSpPr>
        <p:spPr>
          <a:xfrm>
            <a:off x="2036063" y="4002216"/>
            <a:ext cx="8864600" cy="215444"/>
          </a:xfrm>
          <a:prstGeom prst="rect">
            <a:avLst/>
          </a:prstGeom>
          <a:noFill/>
        </p:spPr>
        <p:txBody>
          <a:bodyPr vert="horz" wrap="square" lIns="0" tIns="0" rIns="0" bIns="0" rtlCol="0">
            <a:noAutofit/>
          </a:bodyPr>
          <a:lstStyle/>
          <a:p>
            <a:pPr algn="l"/>
            <a:r>
              <a:rPr lang="en-GB" sz="1400" dirty="0">
                <a:latin typeface="Segoe UI" panose="020B0502040204020203" pitchFamily="34" charset="0"/>
              </a:rPr>
              <a:t>Routes requests to approved models, applies policy checks before calls, and standardizes telemetry and controls</a:t>
            </a:r>
            <a:r>
              <a:rPr lang="en-GB" sz="1400" dirty="0">
                <a:solidFill>
                  <a:srgbClr val="4A5466"/>
                </a:solidFill>
                <a:latin typeface="Segoe UI" panose="020B0502040204020203" pitchFamily="34" charset="0"/>
              </a:rPr>
              <a:t>.</a:t>
            </a:r>
            <a:endParaRPr lang="LID4096" sz="1400" dirty="0" err="1">
              <a:solidFill>
                <a:srgbClr val="4A5466"/>
              </a:solidFill>
              <a:latin typeface="Segoe UI" panose="020B0502040204020203" pitchFamily="34" charset="0"/>
            </a:endParaRPr>
          </a:p>
        </p:txBody>
      </p:sp>
      <p:sp>
        <p:nvSpPr>
          <p:cNvPr id="29" name="Rectangle: Rounded Corners 28">
            <a:extLst>
              <a:ext uri="{FF2B5EF4-FFF2-40B4-BE49-F238E27FC236}">
                <a16:creationId xmlns:a16="http://schemas.microsoft.com/office/drawing/2014/main" id="{5CB796AC-4743-03BE-CF08-3ABAD8EC8711}"/>
              </a:ext>
            </a:extLst>
          </p:cNvPr>
          <p:cNvSpPr/>
          <p:nvPr/>
        </p:nvSpPr>
        <p:spPr bwMode="auto">
          <a:xfrm>
            <a:off x="588263" y="4764216"/>
            <a:ext cx="10668000" cy="1371600"/>
          </a:xfrm>
          <a:prstGeom prst="roundRect">
            <a:avLst/>
          </a:prstGeom>
          <a:solidFill>
            <a:srgbClr val="F4F7FC"/>
          </a:solidFill>
          <a:ln w="1270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LID4096" sz="2000" dirty="0" err="1">
              <a:solidFill>
                <a:srgbClr val="FFFFFF"/>
              </a:solidFill>
              <a:ea typeface="Segoe UI" pitchFamily="34" charset="0"/>
              <a:cs typeface="Segoe UI" pitchFamily="34" charset="0"/>
            </a:endParaRPr>
          </a:p>
        </p:txBody>
      </p:sp>
      <p:sp>
        <p:nvSpPr>
          <p:cNvPr id="30" name="Oval 29">
            <a:extLst>
              <a:ext uri="{FF2B5EF4-FFF2-40B4-BE49-F238E27FC236}">
                <a16:creationId xmlns:a16="http://schemas.microsoft.com/office/drawing/2014/main" id="{0079C475-0A77-279C-1900-50665ACEF87D}"/>
              </a:ext>
            </a:extLst>
          </p:cNvPr>
          <p:cNvSpPr/>
          <p:nvPr/>
        </p:nvSpPr>
        <p:spPr bwMode="auto">
          <a:xfrm>
            <a:off x="893063" y="5056316"/>
            <a:ext cx="787400" cy="787400"/>
          </a:xfrm>
          <a:prstGeom prst="ellipse">
            <a:avLst/>
          </a:prstGeom>
          <a:solidFill>
            <a:schemeClr val="bg1"/>
          </a:solidFill>
          <a:ln>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spcBef>
                <a:spcPct val="0"/>
              </a:spcBef>
              <a:spcAft>
                <a:spcPct val="0"/>
              </a:spcAft>
            </a:pPr>
            <a:r>
              <a:rPr lang="en-US" sz="2600" b="1" dirty="0">
                <a:solidFill>
                  <a:schemeClr val="tx2"/>
                </a:solidFill>
                <a:ea typeface="Segoe UI" pitchFamily="34" charset="0"/>
                <a:cs typeface="Segoe UI" pitchFamily="34" charset="0"/>
              </a:rPr>
              <a:t>3</a:t>
            </a:r>
            <a:endParaRPr lang="LID4096" sz="2600" b="1" dirty="0" err="1">
              <a:solidFill>
                <a:schemeClr val="tx2"/>
              </a:solidFill>
              <a:ea typeface="Segoe UI" pitchFamily="34" charset="0"/>
              <a:cs typeface="Segoe UI" pitchFamily="34" charset="0"/>
            </a:endParaRPr>
          </a:p>
        </p:txBody>
      </p:sp>
      <p:sp>
        <p:nvSpPr>
          <p:cNvPr id="31" name="TextBox 30">
            <a:extLst>
              <a:ext uri="{FF2B5EF4-FFF2-40B4-BE49-F238E27FC236}">
                <a16:creationId xmlns:a16="http://schemas.microsoft.com/office/drawing/2014/main" id="{7FFC7B6E-2C7F-2AB3-1FA7-E169833C820D}"/>
              </a:ext>
            </a:extLst>
          </p:cNvPr>
          <p:cNvSpPr txBox="1"/>
          <p:nvPr/>
        </p:nvSpPr>
        <p:spPr>
          <a:xfrm>
            <a:off x="2036063" y="5240693"/>
            <a:ext cx="8864600" cy="307777"/>
          </a:xfrm>
          <a:prstGeom prst="rect">
            <a:avLst/>
          </a:prstGeom>
          <a:noFill/>
        </p:spPr>
        <p:txBody>
          <a:bodyPr vert="horz" wrap="square" lIns="0" tIns="0" rIns="0" bIns="0" rtlCol="0">
            <a:noAutofit/>
          </a:bodyPr>
          <a:lstStyle/>
          <a:p>
            <a:pPr algn="l"/>
            <a:r>
              <a:rPr lang="en-US" sz="2000" b="1" dirty="0">
                <a:solidFill>
                  <a:srgbClr val="1B2A4A"/>
                </a:solidFill>
                <a:latin typeface="Segoe UI Semibold" panose="020B0702040204020203" pitchFamily="34" charset="0"/>
              </a:rPr>
              <a:t>What It Is Not</a:t>
            </a:r>
            <a:endParaRPr lang="LID4096" sz="2000" b="1" dirty="0" err="1">
              <a:solidFill>
                <a:srgbClr val="1B2A4A"/>
              </a:solidFill>
              <a:latin typeface="Segoe UI Semibold" panose="020B0702040204020203" pitchFamily="34" charset="0"/>
            </a:endParaRPr>
          </a:p>
        </p:txBody>
      </p:sp>
      <p:sp>
        <p:nvSpPr>
          <p:cNvPr id="32" name="TextBox 31">
            <a:extLst>
              <a:ext uri="{FF2B5EF4-FFF2-40B4-BE49-F238E27FC236}">
                <a16:creationId xmlns:a16="http://schemas.microsoft.com/office/drawing/2014/main" id="{7C25F823-3714-A2A2-462D-A39547860CDB}"/>
              </a:ext>
            </a:extLst>
          </p:cNvPr>
          <p:cNvSpPr txBox="1"/>
          <p:nvPr/>
        </p:nvSpPr>
        <p:spPr>
          <a:xfrm>
            <a:off x="2036063" y="5597782"/>
            <a:ext cx="8864600" cy="215444"/>
          </a:xfrm>
          <a:prstGeom prst="rect">
            <a:avLst/>
          </a:prstGeom>
          <a:noFill/>
        </p:spPr>
        <p:txBody>
          <a:bodyPr vert="horz" wrap="square" lIns="0" tIns="0" rIns="0" bIns="0" rtlCol="0">
            <a:noAutofit/>
          </a:bodyPr>
          <a:lstStyle/>
          <a:p>
            <a:pPr algn="l"/>
            <a:r>
              <a:rPr lang="en-GB" sz="1400" dirty="0">
                <a:latin typeface="Segoe UI" panose="020B0502040204020203" pitchFamily="34" charset="0"/>
              </a:rPr>
              <a:t>Not just a traffic proxy or a replacement for app logic — it is a governance and operations layer.</a:t>
            </a:r>
            <a:endParaRPr lang="LID4096" sz="1400" dirty="0" err="1">
              <a:latin typeface="Segoe UI" panose="020B0502040204020203" pitchFamily="34" charset="0"/>
            </a:endParaRPr>
          </a:p>
        </p:txBody>
      </p:sp>
    </p:spTree>
    <p:extLst>
      <p:ext uri="{BB962C8B-B14F-4D97-AF65-F5344CB8AC3E}">
        <p14:creationId xmlns:p14="http://schemas.microsoft.com/office/powerpoint/2010/main" val="3306934745"/>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1B5B58-E76B-8930-FA4B-D03B4EA3806E}"/>
              </a:ext>
            </a:extLst>
          </p:cNvPr>
          <p:cNvSpPr>
            <a:spLocks noGrp="1"/>
          </p:cNvSpPr>
          <p:nvPr>
            <p:ph type="title"/>
          </p:nvPr>
        </p:nvSpPr>
        <p:spPr/>
        <p:txBody>
          <a:bodyPr/>
          <a:lstStyle/>
          <a:p>
            <a:r>
              <a:rPr lang="en-GB"/>
              <a:t>Why AI Gateway in Production</a:t>
            </a:r>
            <a:endParaRPr lang="LID4096"/>
          </a:p>
        </p:txBody>
      </p:sp>
      <p:sp>
        <p:nvSpPr>
          <p:cNvPr id="21" name="Rectangle: Rounded Corners 20">
            <a:extLst>
              <a:ext uri="{FF2B5EF4-FFF2-40B4-BE49-F238E27FC236}">
                <a16:creationId xmlns:a16="http://schemas.microsoft.com/office/drawing/2014/main" id="{C682452F-1F17-E7D5-0B93-61F7145297C7}"/>
              </a:ext>
            </a:extLst>
          </p:cNvPr>
          <p:cNvSpPr/>
          <p:nvPr/>
        </p:nvSpPr>
        <p:spPr bwMode="auto">
          <a:xfrm>
            <a:off x="514865" y="1645508"/>
            <a:ext cx="10668000" cy="1371600"/>
          </a:xfrm>
          <a:prstGeom prst="roundRect">
            <a:avLst/>
          </a:prstGeom>
          <a:solidFill>
            <a:srgbClr val="F4F7FC"/>
          </a:solidFill>
          <a:ln w="1270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LID4096" sz="2000" dirty="0" err="1">
              <a:solidFill>
                <a:srgbClr val="FFFFFF"/>
              </a:solidFill>
              <a:ea typeface="Segoe UI" pitchFamily="34" charset="0"/>
              <a:cs typeface="Segoe UI" pitchFamily="34" charset="0"/>
            </a:endParaRPr>
          </a:p>
        </p:txBody>
      </p:sp>
      <p:sp>
        <p:nvSpPr>
          <p:cNvPr id="22" name="Oval 21">
            <a:extLst>
              <a:ext uri="{FF2B5EF4-FFF2-40B4-BE49-F238E27FC236}">
                <a16:creationId xmlns:a16="http://schemas.microsoft.com/office/drawing/2014/main" id="{01007228-A479-770F-200D-FEE53F5C93DA}"/>
              </a:ext>
            </a:extLst>
          </p:cNvPr>
          <p:cNvSpPr/>
          <p:nvPr/>
        </p:nvSpPr>
        <p:spPr bwMode="auto">
          <a:xfrm>
            <a:off x="819665" y="2002596"/>
            <a:ext cx="787400" cy="787400"/>
          </a:xfrm>
          <a:prstGeom prst="ellipse">
            <a:avLst/>
          </a:prstGeom>
          <a:solidFill>
            <a:schemeClr val="bg1"/>
          </a:solidFill>
          <a:ln>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spcBef>
                <a:spcPct val="0"/>
              </a:spcBef>
              <a:spcAft>
                <a:spcPct val="0"/>
              </a:spcAft>
            </a:pPr>
            <a:r>
              <a:rPr lang="en-US" sz="2600" b="1" dirty="0">
                <a:solidFill>
                  <a:schemeClr val="tx2"/>
                </a:solidFill>
                <a:ea typeface="Segoe UI" pitchFamily="34" charset="0"/>
                <a:cs typeface="Segoe UI" pitchFamily="34" charset="0"/>
              </a:rPr>
              <a:t>1</a:t>
            </a:r>
            <a:endParaRPr lang="LID4096" sz="2600" b="1" dirty="0" err="1">
              <a:solidFill>
                <a:schemeClr val="tx2"/>
              </a:solidFill>
              <a:ea typeface="Segoe UI" pitchFamily="34" charset="0"/>
              <a:cs typeface="Segoe UI" pitchFamily="34" charset="0"/>
            </a:endParaRPr>
          </a:p>
        </p:txBody>
      </p:sp>
      <p:sp>
        <p:nvSpPr>
          <p:cNvPr id="23" name="TextBox 22">
            <a:extLst>
              <a:ext uri="{FF2B5EF4-FFF2-40B4-BE49-F238E27FC236}">
                <a16:creationId xmlns:a16="http://schemas.microsoft.com/office/drawing/2014/main" id="{3CEA597B-6CDC-53A0-6B6F-D0B1782F2212}"/>
              </a:ext>
            </a:extLst>
          </p:cNvPr>
          <p:cNvSpPr txBox="1"/>
          <p:nvPr/>
        </p:nvSpPr>
        <p:spPr>
          <a:xfrm>
            <a:off x="1962665" y="1848708"/>
            <a:ext cx="8864600" cy="307777"/>
          </a:xfrm>
          <a:prstGeom prst="rect">
            <a:avLst/>
          </a:prstGeom>
          <a:noFill/>
        </p:spPr>
        <p:txBody>
          <a:bodyPr vert="horz" wrap="square" lIns="0" tIns="0" rIns="0" bIns="0" rtlCol="0">
            <a:noAutofit/>
          </a:bodyPr>
          <a:lstStyle/>
          <a:p>
            <a:pPr algn="l"/>
            <a:r>
              <a:rPr lang="en-US" sz="2000" b="1">
                <a:solidFill>
                  <a:srgbClr val="1B2A4A"/>
                </a:solidFill>
                <a:latin typeface="Segoe UI Semibold" panose="020B0702040204020203" pitchFamily="34" charset="0"/>
              </a:rPr>
              <a:t>Risk Control</a:t>
            </a:r>
            <a:endParaRPr lang="LID4096" sz="2000" b="1" dirty="0" err="1">
              <a:solidFill>
                <a:srgbClr val="1B2A4A"/>
              </a:solidFill>
              <a:latin typeface="Segoe UI Semibold" panose="020B0702040204020203" pitchFamily="34" charset="0"/>
            </a:endParaRPr>
          </a:p>
        </p:txBody>
      </p:sp>
      <p:sp>
        <p:nvSpPr>
          <p:cNvPr id="24" name="TextBox 23">
            <a:extLst>
              <a:ext uri="{FF2B5EF4-FFF2-40B4-BE49-F238E27FC236}">
                <a16:creationId xmlns:a16="http://schemas.microsoft.com/office/drawing/2014/main" id="{6B81DD8D-681E-A7A1-9656-D1403A2619F9}"/>
              </a:ext>
            </a:extLst>
          </p:cNvPr>
          <p:cNvSpPr txBox="1"/>
          <p:nvPr/>
        </p:nvSpPr>
        <p:spPr>
          <a:xfrm>
            <a:off x="1962665" y="2255108"/>
            <a:ext cx="8864600" cy="430887"/>
          </a:xfrm>
          <a:prstGeom prst="rect">
            <a:avLst/>
          </a:prstGeom>
          <a:noFill/>
        </p:spPr>
        <p:txBody>
          <a:bodyPr vert="horz" wrap="square" lIns="0" tIns="0" rIns="0" bIns="0" rtlCol="0">
            <a:noAutofit/>
          </a:bodyPr>
          <a:lstStyle/>
          <a:p>
            <a:pPr algn="l"/>
            <a:r>
              <a:rPr lang="en-GB" sz="1400">
                <a:solidFill>
                  <a:srgbClr val="4A5466"/>
                </a:solidFill>
                <a:latin typeface="Segoe UI" panose="020B0502040204020203" pitchFamily="34" charset="0"/>
              </a:rPr>
              <a:t>Enforces authentication and authorization, adds content safety and policy guardrails, and reduces shadow AI usage.</a:t>
            </a:r>
            <a:endParaRPr lang="LID4096" sz="1400" dirty="0" err="1">
              <a:solidFill>
                <a:srgbClr val="4A5466"/>
              </a:solidFill>
              <a:latin typeface="Segoe UI" panose="020B0502040204020203" pitchFamily="34" charset="0"/>
            </a:endParaRPr>
          </a:p>
        </p:txBody>
      </p:sp>
      <p:sp>
        <p:nvSpPr>
          <p:cNvPr id="25" name="Rectangle: Rounded Corners 24">
            <a:extLst>
              <a:ext uri="{FF2B5EF4-FFF2-40B4-BE49-F238E27FC236}">
                <a16:creationId xmlns:a16="http://schemas.microsoft.com/office/drawing/2014/main" id="{2775AD35-AC10-A509-80AE-1FC91A4CDF69}"/>
              </a:ext>
            </a:extLst>
          </p:cNvPr>
          <p:cNvSpPr/>
          <p:nvPr/>
        </p:nvSpPr>
        <p:spPr bwMode="auto">
          <a:xfrm>
            <a:off x="514865" y="3220308"/>
            <a:ext cx="10668000" cy="1371600"/>
          </a:xfrm>
          <a:prstGeom prst="roundRect">
            <a:avLst/>
          </a:prstGeom>
          <a:solidFill>
            <a:srgbClr val="F4F7FC"/>
          </a:solidFill>
          <a:ln w="1270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LID4096" sz="2000" dirty="0" err="1">
              <a:solidFill>
                <a:srgbClr val="FFFFFF"/>
              </a:solidFill>
              <a:ea typeface="Segoe UI" pitchFamily="34" charset="0"/>
              <a:cs typeface="Segoe UI" pitchFamily="34" charset="0"/>
            </a:endParaRPr>
          </a:p>
        </p:txBody>
      </p:sp>
      <p:sp>
        <p:nvSpPr>
          <p:cNvPr id="26" name="Oval 25">
            <a:extLst>
              <a:ext uri="{FF2B5EF4-FFF2-40B4-BE49-F238E27FC236}">
                <a16:creationId xmlns:a16="http://schemas.microsoft.com/office/drawing/2014/main" id="{D6FD4484-EBF7-3707-CA4D-5C9EA84546D5}"/>
              </a:ext>
            </a:extLst>
          </p:cNvPr>
          <p:cNvSpPr/>
          <p:nvPr/>
        </p:nvSpPr>
        <p:spPr bwMode="auto">
          <a:xfrm>
            <a:off x="819665" y="3512408"/>
            <a:ext cx="787400" cy="787400"/>
          </a:xfrm>
          <a:prstGeom prst="ellipse">
            <a:avLst/>
          </a:prstGeom>
          <a:solidFill>
            <a:schemeClr val="bg1"/>
          </a:solidFill>
          <a:ln>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spcBef>
                <a:spcPct val="0"/>
              </a:spcBef>
              <a:spcAft>
                <a:spcPct val="0"/>
              </a:spcAft>
            </a:pPr>
            <a:r>
              <a:rPr lang="en-US" sz="2600" b="1" dirty="0">
                <a:solidFill>
                  <a:schemeClr val="tx2"/>
                </a:solidFill>
                <a:ea typeface="Segoe UI" pitchFamily="34" charset="0"/>
                <a:cs typeface="Segoe UI" pitchFamily="34" charset="0"/>
              </a:rPr>
              <a:t>2</a:t>
            </a:r>
            <a:endParaRPr lang="LID4096" sz="2600" b="1" dirty="0" err="1">
              <a:solidFill>
                <a:schemeClr val="tx2"/>
              </a:solidFill>
              <a:ea typeface="Segoe UI" pitchFamily="34" charset="0"/>
              <a:cs typeface="Segoe UI" pitchFamily="34" charset="0"/>
            </a:endParaRPr>
          </a:p>
        </p:txBody>
      </p:sp>
      <p:sp>
        <p:nvSpPr>
          <p:cNvPr id="27" name="TextBox 26">
            <a:extLst>
              <a:ext uri="{FF2B5EF4-FFF2-40B4-BE49-F238E27FC236}">
                <a16:creationId xmlns:a16="http://schemas.microsoft.com/office/drawing/2014/main" id="{60BC40F0-F355-3C5F-6BF6-998B38728207}"/>
              </a:ext>
            </a:extLst>
          </p:cNvPr>
          <p:cNvSpPr txBox="1"/>
          <p:nvPr/>
        </p:nvSpPr>
        <p:spPr>
          <a:xfrm>
            <a:off x="1962665" y="3423508"/>
            <a:ext cx="8864600" cy="307777"/>
          </a:xfrm>
          <a:prstGeom prst="rect">
            <a:avLst/>
          </a:prstGeom>
          <a:noFill/>
        </p:spPr>
        <p:txBody>
          <a:bodyPr vert="horz" wrap="square" lIns="0" tIns="0" rIns="0" bIns="0" rtlCol="0">
            <a:noAutofit/>
          </a:bodyPr>
          <a:lstStyle/>
          <a:p>
            <a:pPr algn="l"/>
            <a:r>
              <a:rPr lang="en-US" sz="2000" b="1">
                <a:solidFill>
                  <a:srgbClr val="1B2A4A"/>
                </a:solidFill>
                <a:latin typeface="Segoe UI Semibold" panose="020B0702040204020203" pitchFamily="34" charset="0"/>
              </a:rPr>
              <a:t>Operational Excellence</a:t>
            </a:r>
            <a:endParaRPr lang="LID4096" sz="2000" b="1" dirty="0" err="1">
              <a:solidFill>
                <a:srgbClr val="1B2A4A"/>
              </a:solidFill>
              <a:latin typeface="Segoe UI Semibold" panose="020B0702040204020203" pitchFamily="34" charset="0"/>
            </a:endParaRPr>
          </a:p>
        </p:txBody>
      </p:sp>
      <p:sp>
        <p:nvSpPr>
          <p:cNvPr id="28" name="TextBox 27">
            <a:extLst>
              <a:ext uri="{FF2B5EF4-FFF2-40B4-BE49-F238E27FC236}">
                <a16:creationId xmlns:a16="http://schemas.microsoft.com/office/drawing/2014/main" id="{32593FF1-F432-CBC4-5928-DB6FC32408EF}"/>
              </a:ext>
            </a:extLst>
          </p:cNvPr>
          <p:cNvSpPr txBox="1"/>
          <p:nvPr/>
        </p:nvSpPr>
        <p:spPr>
          <a:xfrm>
            <a:off x="1962665" y="3829908"/>
            <a:ext cx="8864600" cy="430887"/>
          </a:xfrm>
          <a:prstGeom prst="rect">
            <a:avLst/>
          </a:prstGeom>
          <a:noFill/>
        </p:spPr>
        <p:txBody>
          <a:bodyPr vert="horz" wrap="square" lIns="0" tIns="0" rIns="0" bIns="0" rtlCol="0">
            <a:noAutofit/>
          </a:bodyPr>
          <a:lstStyle/>
          <a:p>
            <a:pPr algn="l"/>
            <a:r>
              <a:rPr lang="en-GB" sz="1400">
                <a:solidFill>
                  <a:srgbClr val="4A5466"/>
                </a:solidFill>
                <a:latin typeface="Segoe UI" panose="020B0502040204020203" pitchFamily="34" charset="0"/>
              </a:rPr>
              <a:t>Observability for prompts, latency, and failures, with rate limits, retries, and fallback patterns for consistent behavior.</a:t>
            </a:r>
            <a:endParaRPr lang="LID4096" sz="1400" dirty="0" err="1">
              <a:solidFill>
                <a:srgbClr val="4A5466"/>
              </a:solidFill>
              <a:latin typeface="Segoe UI" panose="020B0502040204020203" pitchFamily="34" charset="0"/>
            </a:endParaRPr>
          </a:p>
        </p:txBody>
      </p:sp>
      <p:sp>
        <p:nvSpPr>
          <p:cNvPr id="29" name="Rectangle: Rounded Corners 28">
            <a:extLst>
              <a:ext uri="{FF2B5EF4-FFF2-40B4-BE49-F238E27FC236}">
                <a16:creationId xmlns:a16="http://schemas.microsoft.com/office/drawing/2014/main" id="{96330422-8244-56FB-5DF2-35C84E1070DE}"/>
              </a:ext>
            </a:extLst>
          </p:cNvPr>
          <p:cNvSpPr/>
          <p:nvPr/>
        </p:nvSpPr>
        <p:spPr bwMode="auto">
          <a:xfrm>
            <a:off x="514865" y="4795108"/>
            <a:ext cx="10668000" cy="1371600"/>
          </a:xfrm>
          <a:prstGeom prst="roundRect">
            <a:avLst/>
          </a:prstGeom>
          <a:solidFill>
            <a:srgbClr val="F4F7FC"/>
          </a:solidFill>
          <a:ln w="1270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LID4096" sz="2000" dirty="0" err="1">
              <a:solidFill>
                <a:srgbClr val="FFFFFF"/>
              </a:solidFill>
              <a:ea typeface="Segoe UI" pitchFamily="34" charset="0"/>
              <a:cs typeface="Segoe UI" pitchFamily="34" charset="0"/>
            </a:endParaRPr>
          </a:p>
        </p:txBody>
      </p:sp>
      <p:sp>
        <p:nvSpPr>
          <p:cNvPr id="30" name="Oval 29">
            <a:extLst>
              <a:ext uri="{FF2B5EF4-FFF2-40B4-BE49-F238E27FC236}">
                <a16:creationId xmlns:a16="http://schemas.microsoft.com/office/drawing/2014/main" id="{F1C6A312-9936-B3A8-411D-DAC16E3BA2B8}"/>
              </a:ext>
            </a:extLst>
          </p:cNvPr>
          <p:cNvSpPr/>
          <p:nvPr/>
        </p:nvSpPr>
        <p:spPr bwMode="auto">
          <a:xfrm>
            <a:off x="819665" y="5087208"/>
            <a:ext cx="787400" cy="787400"/>
          </a:xfrm>
          <a:prstGeom prst="ellipse">
            <a:avLst/>
          </a:prstGeom>
          <a:solidFill>
            <a:schemeClr val="bg1"/>
          </a:solidFill>
          <a:ln>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spcBef>
                <a:spcPct val="0"/>
              </a:spcBef>
              <a:spcAft>
                <a:spcPct val="0"/>
              </a:spcAft>
            </a:pPr>
            <a:r>
              <a:rPr lang="en-US" sz="2600" b="1" dirty="0">
                <a:solidFill>
                  <a:schemeClr val="tx2"/>
                </a:solidFill>
                <a:ea typeface="Segoe UI" pitchFamily="34" charset="0"/>
                <a:cs typeface="Segoe UI" pitchFamily="34" charset="0"/>
              </a:rPr>
              <a:t>3</a:t>
            </a:r>
            <a:endParaRPr lang="LID4096" sz="2600" b="1" dirty="0" err="1">
              <a:solidFill>
                <a:schemeClr val="tx2"/>
              </a:solidFill>
              <a:ea typeface="Segoe UI" pitchFamily="34" charset="0"/>
              <a:cs typeface="Segoe UI" pitchFamily="34" charset="0"/>
            </a:endParaRPr>
          </a:p>
        </p:txBody>
      </p:sp>
      <p:sp>
        <p:nvSpPr>
          <p:cNvPr id="31" name="TextBox 30">
            <a:extLst>
              <a:ext uri="{FF2B5EF4-FFF2-40B4-BE49-F238E27FC236}">
                <a16:creationId xmlns:a16="http://schemas.microsoft.com/office/drawing/2014/main" id="{746F51ED-27AE-A37A-55EA-54332080ACDE}"/>
              </a:ext>
            </a:extLst>
          </p:cNvPr>
          <p:cNvSpPr txBox="1"/>
          <p:nvPr/>
        </p:nvSpPr>
        <p:spPr>
          <a:xfrm>
            <a:off x="1962665" y="4998308"/>
            <a:ext cx="8864600" cy="307777"/>
          </a:xfrm>
          <a:prstGeom prst="rect">
            <a:avLst/>
          </a:prstGeom>
          <a:noFill/>
        </p:spPr>
        <p:txBody>
          <a:bodyPr vert="horz" wrap="square" lIns="0" tIns="0" rIns="0" bIns="0" rtlCol="0">
            <a:noAutofit/>
          </a:bodyPr>
          <a:lstStyle/>
          <a:p>
            <a:pPr algn="l"/>
            <a:r>
              <a:rPr lang="en-US" sz="2000" b="1">
                <a:solidFill>
                  <a:srgbClr val="1B2A4A"/>
                </a:solidFill>
                <a:latin typeface="Segoe UI Semibold" panose="020B0702040204020203" pitchFamily="34" charset="0"/>
              </a:rPr>
              <a:t>Business Outcomes</a:t>
            </a:r>
            <a:endParaRPr lang="LID4096" sz="2000" b="1" dirty="0" err="1">
              <a:solidFill>
                <a:srgbClr val="1B2A4A"/>
              </a:solidFill>
              <a:latin typeface="Segoe UI Semibold" panose="020B0702040204020203" pitchFamily="34" charset="0"/>
            </a:endParaRPr>
          </a:p>
        </p:txBody>
      </p:sp>
      <p:sp>
        <p:nvSpPr>
          <p:cNvPr id="32" name="TextBox 31">
            <a:extLst>
              <a:ext uri="{FF2B5EF4-FFF2-40B4-BE49-F238E27FC236}">
                <a16:creationId xmlns:a16="http://schemas.microsoft.com/office/drawing/2014/main" id="{EEEBB9C0-F3D4-1F6B-4A19-76A67D721D5A}"/>
              </a:ext>
            </a:extLst>
          </p:cNvPr>
          <p:cNvSpPr txBox="1"/>
          <p:nvPr/>
        </p:nvSpPr>
        <p:spPr>
          <a:xfrm>
            <a:off x="1962665" y="5404708"/>
            <a:ext cx="8864600" cy="430887"/>
          </a:xfrm>
          <a:prstGeom prst="rect">
            <a:avLst/>
          </a:prstGeom>
          <a:noFill/>
        </p:spPr>
        <p:txBody>
          <a:bodyPr vert="horz" wrap="square" lIns="0" tIns="0" rIns="0" bIns="0" rtlCol="0">
            <a:noAutofit/>
          </a:bodyPr>
          <a:lstStyle/>
          <a:p>
            <a:pPr algn="l"/>
            <a:r>
              <a:rPr lang="en-GB" sz="1400">
                <a:solidFill>
                  <a:srgbClr val="4A5466"/>
                </a:solidFill>
                <a:latin typeface="Segoe UI" panose="020B0502040204020203" pitchFamily="34" charset="0"/>
              </a:rPr>
              <a:t>Faster onboarding of new AI use cases, safer scale-out across departments, and lower cost with stronger compliance.</a:t>
            </a:r>
            <a:endParaRPr lang="LID4096" sz="1400" dirty="0" err="1">
              <a:solidFill>
                <a:srgbClr val="4A5466"/>
              </a:solidFill>
              <a:latin typeface="Segoe UI" panose="020B0502040204020203" pitchFamily="34" charset="0"/>
            </a:endParaRPr>
          </a:p>
        </p:txBody>
      </p:sp>
    </p:spTree>
    <p:extLst>
      <p:ext uri="{BB962C8B-B14F-4D97-AF65-F5344CB8AC3E}">
        <p14:creationId xmlns:p14="http://schemas.microsoft.com/office/powerpoint/2010/main" val="4060670183"/>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r>
              <a:t>Reference architecture: AI Gateway Landing Zone</a:t>
            </a:r>
          </a:p>
        </p:txBody>
      </p:sp>
      <p:pic>
        <p:nvPicPr>
          <p:cNvPr id="3" name="Picture 2" descr="apim.png"/>
          <p:cNvPicPr>
            <a:picLocks noChangeAspect="1"/>
          </p:cNvPicPr>
          <p:nvPr/>
        </p:nvPicPr>
        <p:blipFill>
          <a:blip r:embed="rId3"/>
          <a:stretch>
            <a:fillRect/>
          </a:stretch>
        </p:blipFill>
        <p:spPr>
          <a:xfrm>
            <a:off x="3239480" y="1290045"/>
            <a:ext cx="5583244" cy="5186571"/>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297DD3-6346-2502-86AC-29968FF263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065E06-39B4-5BF6-87C4-D63680F330D1}"/>
              </a:ext>
            </a:extLst>
          </p:cNvPr>
          <p:cNvSpPr>
            <a:spLocks noGrp="1"/>
          </p:cNvSpPr>
          <p:nvPr>
            <p:ph type="title"/>
          </p:nvPr>
        </p:nvSpPr>
        <p:spPr/>
        <p:txBody>
          <a:bodyPr/>
          <a:lstStyle/>
          <a:p>
            <a:r>
              <a:rPr dirty="0"/>
              <a:t>Design framework</a:t>
            </a:r>
          </a:p>
        </p:txBody>
      </p:sp>
      <p:sp>
        <p:nvSpPr>
          <p:cNvPr id="3" name="Rounded Rectangle 2">
            <a:extLst>
              <a:ext uri="{FF2B5EF4-FFF2-40B4-BE49-F238E27FC236}">
                <a16:creationId xmlns:a16="http://schemas.microsoft.com/office/drawing/2014/main" id="{A4CEDA7D-B17A-1BF2-9418-002E6051CB2D}"/>
              </a:ext>
            </a:extLst>
          </p:cNvPr>
          <p:cNvSpPr/>
          <p:nvPr/>
        </p:nvSpPr>
        <p:spPr>
          <a:xfrm>
            <a:off x="584200" y="1500000"/>
            <a:ext cx="2040000" cy="1150000"/>
          </a:xfrm>
          <a:prstGeom prst="roundRect">
            <a:avLst>
              <a:gd name="adj" fmla="val 7000"/>
            </a:avLst>
          </a:prstGeom>
          <a:solidFill>
            <a:srgbClr val="FFFFFF"/>
          </a:solidFill>
          <a:ln w="15875">
            <a:solidFill>
              <a:schemeClr val="tx2"/>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500" b="1">
                <a:solidFill>
                  <a:srgbClr val="404040"/>
                </a:solidFill>
                <a:latin typeface="Segoe UI"/>
              </a:rPr>
              <a:t>Compute</a:t>
            </a:r>
          </a:p>
        </p:txBody>
      </p:sp>
      <p:sp>
        <p:nvSpPr>
          <p:cNvPr id="4" name="Rounded Rectangle 3">
            <a:extLst>
              <a:ext uri="{FF2B5EF4-FFF2-40B4-BE49-F238E27FC236}">
                <a16:creationId xmlns:a16="http://schemas.microsoft.com/office/drawing/2014/main" id="{4F2AD983-DDBF-F74B-6C55-7A7CCB245503}"/>
              </a:ext>
            </a:extLst>
          </p:cNvPr>
          <p:cNvSpPr/>
          <p:nvPr/>
        </p:nvSpPr>
        <p:spPr>
          <a:xfrm>
            <a:off x="2830100" y="1500000"/>
            <a:ext cx="2040000" cy="1150000"/>
          </a:xfrm>
          <a:prstGeom prst="roundRect">
            <a:avLst>
              <a:gd name="adj" fmla="val 7000"/>
            </a:avLst>
          </a:prstGeom>
          <a:solidFill>
            <a:srgbClr val="FFFFFF"/>
          </a:solidFill>
          <a:ln w="15875">
            <a:solidFill>
              <a:schemeClr val="tx2"/>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500" b="1">
                <a:solidFill>
                  <a:srgbClr val="404040"/>
                </a:solidFill>
                <a:latin typeface="Segoe UI"/>
              </a:rPr>
              <a:t>Models</a:t>
            </a:r>
          </a:p>
        </p:txBody>
      </p:sp>
      <p:sp>
        <p:nvSpPr>
          <p:cNvPr id="5" name="Rounded Rectangle 4">
            <a:extLst>
              <a:ext uri="{FF2B5EF4-FFF2-40B4-BE49-F238E27FC236}">
                <a16:creationId xmlns:a16="http://schemas.microsoft.com/office/drawing/2014/main" id="{991A5748-42D5-42A9-B5E4-1794B2C3C5F0}"/>
              </a:ext>
            </a:extLst>
          </p:cNvPr>
          <p:cNvSpPr/>
          <p:nvPr/>
        </p:nvSpPr>
        <p:spPr>
          <a:xfrm>
            <a:off x="5076000" y="1500000"/>
            <a:ext cx="2040000" cy="1150000"/>
          </a:xfrm>
          <a:prstGeom prst="roundRect">
            <a:avLst>
              <a:gd name="adj" fmla="val 7000"/>
            </a:avLst>
          </a:prstGeom>
          <a:solidFill>
            <a:srgbClr val="FFFFFF"/>
          </a:solidFill>
          <a:ln w="15875">
            <a:solidFill>
              <a:schemeClr val="tx2"/>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500" b="1">
                <a:solidFill>
                  <a:srgbClr val="404040"/>
                </a:solidFill>
                <a:latin typeface="Segoe UI"/>
              </a:rPr>
              <a:t>Tools</a:t>
            </a:r>
          </a:p>
        </p:txBody>
      </p:sp>
      <p:sp>
        <p:nvSpPr>
          <p:cNvPr id="6" name="Rounded Rectangle 5">
            <a:extLst>
              <a:ext uri="{FF2B5EF4-FFF2-40B4-BE49-F238E27FC236}">
                <a16:creationId xmlns:a16="http://schemas.microsoft.com/office/drawing/2014/main" id="{7E9D569E-59A3-FD61-7CD0-89F670499924}"/>
              </a:ext>
            </a:extLst>
          </p:cNvPr>
          <p:cNvSpPr/>
          <p:nvPr/>
        </p:nvSpPr>
        <p:spPr>
          <a:xfrm>
            <a:off x="7321900" y="1500000"/>
            <a:ext cx="2040000" cy="1150000"/>
          </a:xfrm>
          <a:prstGeom prst="roundRect">
            <a:avLst>
              <a:gd name="adj" fmla="val 7000"/>
            </a:avLst>
          </a:prstGeom>
          <a:solidFill>
            <a:srgbClr val="FFFFFF"/>
          </a:solidFill>
          <a:ln w="15875">
            <a:solidFill>
              <a:schemeClr val="tx2"/>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500" b="1">
                <a:solidFill>
                  <a:srgbClr val="404040"/>
                </a:solidFill>
                <a:latin typeface="Segoe UI"/>
              </a:rPr>
              <a:t>Gateway</a:t>
            </a:r>
          </a:p>
        </p:txBody>
      </p:sp>
      <p:sp>
        <p:nvSpPr>
          <p:cNvPr id="7" name="Rounded Rectangle 6">
            <a:extLst>
              <a:ext uri="{FF2B5EF4-FFF2-40B4-BE49-F238E27FC236}">
                <a16:creationId xmlns:a16="http://schemas.microsoft.com/office/drawing/2014/main" id="{8BA816C5-7EEC-0942-E0C0-5CF5EE92FB89}"/>
              </a:ext>
            </a:extLst>
          </p:cNvPr>
          <p:cNvSpPr/>
          <p:nvPr/>
        </p:nvSpPr>
        <p:spPr>
          <a:xfrm>
            <a:off x="9567800" y="1500000"/>
            <a:ext cx="2040000" cy="1150000"/>
          </a:xfrm>
          <a:prstGeom prst="roundRect">
            <a:avLst>
              <a:gd name="adj" fmla="val 7000"/>
            </a:avLst>
          </a:prstGeom>
          <a:solidFill>
            <a:srgbClr val="FFFFFF"/>
          </a:solidFill>
          <a:ln w="15875">
            <a:solidFill>
              <a:schemeClr val="tx2"/>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500" b="1">
                <a:solidFill>
                  <a:srgbClr val="404040"/>
                </a:solidFill>
                <a:latin typeface="Segoe UI"/>
              </a:rPr>
              <a:t>Agents</a:t>
            </a:r>
          </a:p>
        </p:txBody>
      </p:sp>
      <p:sp>
        <p:nvSpPr>
          <p:cNvPr id="8" name="Rounded Rectangle 7">
            <a:extLst>
              <a:ext uri="{FF2B5EF4-FFF2-40B4-BE49-F238E27FC236}">
                <a16:creationId xmlns:a16="http://schemas.microsoft.com/office/drawing/2014/main" id="{1E05C34D-5A7A-29C7-CE95-34DCE0D6B3C1}"/>
              </a:ext>
            </a:extLst>
          </p:cNvPr>
          <p:cNvSpPr/>
          <p:nvPr/>
        </p:nvSpPr>
        <p:spPr>
          <a:xfrm>
            <a:off x="584200" y="2830000"/>
            <a:ext cx="2040000" cy="1150000"/>
          </a:xfrm>
          <a:prstGeom prst="roundRect">
            <a:avLst>
              <a:gd name="adj" fmla="val 7000"/>
            </a:avLst>
          </a:prstGeom>
          <a:solidFill>
            <a:srgbClr val="FFFFFF"/>
          </a:solidFill>
          <a:ln w="15875">
            <a:solidFill>
              <a:schemeClr val="tx2"/>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500" b="1">
                <a:solidFill>
                  <a:srgbClr val="404040"/>
                </a:solidFill>
                <a:latin typeface="Segoe UI"/>
              </a:rPr>
              <a:t>Data</a:t>
            </a:r>
          </a:p>
        </p:txBody>
      </p:sp>
      <p:sp>
        <p:nvSpPr>
          <p:cNvPr id="9" name="Rounded Rectangle 8">
            <a:extLst>
              <a:ext uri="{FF2B5EF4-FFF2-40B4-BE49-F238E27FC236}">
                <a16:creationId xmlns:a16="http://schemas.microsoft.com/office/drawing/2014/main" id="{D1920052-66B6-EF1D-F5D8-F1077C1C846E}"/>
              </a:ext>
            </a:extLst>
          </p:cNvPr>
          <p:cNvSpPr/>
          <p:nvPr/>
        </p:nvSpPr>
        <p:spPr>
          <a:xfrm>
            <a:off x="2830100" y="2830000"/>
            <a:ext cx="2040000" cy="1150000"/>
          </a:xfrm>
          <a:prstGeom prst="roundRect">
            <a:avLst>
              <a:gd name="adj" fmla="val 7000"/>
            </a:avLst>
          </a:prstGeom>
          <a:solidFill>
            <a:srgbClr val="FFFFFF"/>
          </a:solidFill>
          <a:ln w="15875">
            <a:solidFill>
              <a:schemeClr val="tx2"/>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500" b="1">
                <a:solidFill>
                  <a:srgbClr val="404040"/>
                </a:solidFill>
                <a:latin typeface="Segoe UI"/>
              </a:rPr>
              <a:t>Network</a:t>
            </a:r>
          </a:p>
        </p:txBody>
      </p:sp>
      <p:sp>
        <p:nvSpPr>
          <p:cNvPr id="10" name="Rounded Rectangle 9">
            <a:extLst>
              <a:ext uri="{FF2B5EF4-FFF2-40B4-BE49-F238E27FC236}">
                <a16:creationId xmlns:a16="http://schemas.microsoft.com/office/drawing/2014/main" id="{D3437349-6162-5785-6CD2-7421B51CC004}"/>
              </a:ext>
            </a:extLst>
          </p:cNvPr>
          <p:cNvSpPr/>
          <p:nvPr/>
        </p:nvSpPr>
        <p:spPr>
          <a:xfrm>
            <a:off x="5076000" y="2830000"/>
            <a:ext cx="2040000" cy="1150000"/>
          </a:xfrm>
          <a:prstGeom prst="roundRect">
            <a:avLst>
              <a:gd name="adj" fmla="val 7000"/>
            </a:avLst>
          </a:prstGeom>
          <a:solidFill>
            <a:srgbClr val="FFFFFF"/>
          </a:solidFill>
          <a:ln w="15875">
            <a:solidFill>
              <a:schemeClr val="tx2"/>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500" b="1">
                <a:solidFill>
                  <a:srgbClr val="404040"/>
                </a:solidFill>
                <a:latin typeface="Segoe UI"/>
              </a:rPr>
              <a:t>Identity</a:t>
            </a:r>
          </a:p>
        </p:txBody>
      </p:sp>
      <p:sp>
        <p:nvSpPr>
          <p:cNvPr id="11" name="Rounded Rectangle 10">
            <a:extLst>
              <a:ext uri="{FF2B5EF4-FFF2-40B4-BE49-F238E27FC236}">
                <a16:creationId xmlns:a16="http://schemas.microsoft.com/office/drawing/2014/main" id="{33D9E593-C2EC-135A-1067-DFADC5C614F6}"/>
              </a:ext>
            </a:extLst>
          </p:cNvPr>
          <p:cNvSpPr/>
          <p:nvPr/>
        </p:nvSpPr>
        <p:spPr>
          <a:xfrm>
            <a:off x="7321900" y="2830000"/>
            <a:ext cx="2040000" cy="1150000"/>
          </a:xfrm>
          <a:prstGeom prst="roundRect">
            <a:avLst>
              <a:gd name="adj" fmla="val 7000"/>
            </a:avLst>
          </a:prstGeom>
          <a:solidFill>
            <a:schemeClr val="bg1"/>
          </a:solidFill>
          <a:ln w="15875">
            <a:solidFill>
              <a:schemeClr val="tx2"/>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500" b="1" dirty="0" err="1">
                <a:solidFill>
                  <a:schemeClr val="tx1"/>
                </a:solidFill>
                <a:latin typeface="Segoe UI"/>
              </a:rPr>
              <a:t>Monitorin</a:t>
            </a:r>
            <a:r>
              <a:rPr lang="en-GB" sz="1500" b="1" dirty="0">
                <a:solidFill>
                  <a:schemeClr val="tx1"/>
                </a:solidFill>
                <a:latin typeface="Segoe UI"/>
              </a:rPr>
              <a:t>g</a:t>
            </a:r>
            <a:r>
              <a:rPr sz="1500" b="1" dirty="0">
                <a:solidFill>
                  <a:srgbClr val="FFFFFF"/>
                </a:solidFill>
                <a:latin typeface="Segoe UI"/>
              </a:rPr>
              <a:t>g</a:t>
            </a:r>
          </a:p>
        </p:txBody>
      </p:sp>
      <p:sp>
        <p:nvSpPr>
          <p:cNvPr id="12" name="Rounded Rectangle 11">
            <a:extLst>
              <a:ext uri="{FF2B5EF4-FFF2-40B4-BE49-F238E27FC236}">
                <a16:creationId xmlns:a16="http://schemas.microsoft.com/office/drawing/2014/main" id="{8B5EE490-CA4A-84AB-42FC-F8AB756C458C}"/>
              </a:ext>
            </a:extLst>
          </p:cNvPr>
          <p:cNvSpPr/>
          <p:nvPr/>
        </p:nvSpPr>
        <p:spPr>
          <a:xfrm>
            <a:off x="9567800" y="2830000"/>
            <a:ext cx="2040000" cy="1150000"/>
          </a:xfrm>
          <a:prstGeom prst="roundRect">
            <a:avLst>
              <a:gd name="adj" fmla="val 7000"/>
            </a:avLst>
          </a:prstGeom>
          <a:solidFill>
            <a:schemeClr val="bg1"/>
          </a:solidFill>
          <a:ln w="15875">
            <a:solidFill>
              <a:schemeClr val="tx2"/>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500" b="1" dirty="0" err="1">
                <a:solidFill>
                  <a:schemeClr val="tx1"/>
                </a:solidFill>
                <a:latin typeface="Segoe UI"/>
              </a:rPr>
              <a:t>Governan</a:t>
            </a:r>
            <a:r>
              <a:rPr lang="en-GB" sz="1500" b="1" dirty="0" err="1">
                <a:solidFill>
                  <a:schemeClr val="tx1"/>
                </a:solidFill>
                <a:latin typeface="Segoe UI"/>
              </a:rPr>
              <a:t>ce</a:t>
            </a:r>
            <a:endParaRPr sz="1500" b="1" dirty="0">
              <a:solidFill>
                <a:schemeClr val="tx1"/>
              </a:solidFill>
              <a:latin typeface="Segoe UI"/>
            </a:endParaRPr>
          </a:p>
        </p:txBody>
      </p:sp>
      <p:sp>
        <p:nvSpPr>
          <p:cNvPr id="13" name="Rounded Rectangle 12">
            <a:extLst>
              <a:ext uri="{FF2B5EF4-FFF2-40B4-BE49-F238E27FC236}">
                <a16:creationId xmlns:a16="http://schemas.microsoft.com/office/drawing/2014/main" id="{7FB17C93-9667-0412-09C4-F175A09EA769}"/>
              </a:ext>
            </a:extLst>
          </p:cNvPr>
          <p:cNvSpPr/>
          <p:nvPr/>
        </p:nvSpPr>
        <p:spPr>
          <a:xfrm>
            <a:off x="584200" y="4160000"/>
            <a:ext cx="2040000" cy="1150000"/>
          </a:xfrm>
          <a:prstGeom prst="roundRect">
            <a:avLst>
              <a:gd name="adj" fmla="val 7000"/>
            </a:avLst>
          </a:prstGeom>
          <a:solidFill>
            <a:srgbClr val="FFFFFF"/>
          </a:solidFill>
          <a:ln w="15875">
            <a:solidFill>
              <a:schemeClr val="tx2"/>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500" b="1">
                <a:solidFill>
                  <a:srgbClr val="404040"/>
                </a:solidFill>
                <a:latin typeface="Segoe UI"/>
              </a:rPr>
              <a:t>Resource organization</a:t>
            </a:r>
          </a:p>
        </p:txBody>
      </p:sp>
      <p:sp>
        <p:nvSpPr>
          <p:cNvPr id="14" name="Rounded Rectangle 13">
            <a:extLst>
              <a:ext uri="{FF2B5EF4-FFF2-40B4-BE49-F238E27FC236}">
                <a16:creationId xmlns:a16="http://schemas.microsoft.com/office/drawing/2014/main" id="{B6B28D16-9C86-411A-8CD7-1C1055B2A0A2}"/>
              </a:ext>
            </a:extLst>
          </p:cNvPr>
          <p:cNvSpPr/>
          <p:nvPr/>
        </p:nvSpPr>
        <p:spPr>
          <a:xfrm>
            <a:off x="2830100" y="4160000"/>
            <a:ext cx="2040000" cy="1150000"/>
          </a:xfrm>
          <a:prstGeom prst="roundRect">
            <a:avLst>
              <a:gd name="adj" fmla="val 7000"/>
            </a:avLst>
          </a:prstGeom>
          <a:solidFill>
            <a:srgbClr val="FFFFFF"/>
          </a:solidFill>
          <a:ln w="15875">
            <a:solidFill>
              <a:schemeClr val="tx2"/>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500" b="1">
                <a:solidFill>
                  <a:srgbClr val="404040"/>
                </a:solidFill>
                <a:latin typeface="Segoe UI"/>
              </a:rPr>
              <a:t>Platform Ops</a:t>
            </a:r>
          </a:p>
        </p:txBody>
      </p:sp>
      <p:sp>
        <p:nvSpPr>
          <p:cNvPr id="15" name="Rounded Rectangle 14">
            <a:extLst>
              <a:ext uri="{FF2B5EF4-FFF2-40B4-BE49-F238E27FC236}">
                <a16:creationId xmlns:a16="http://schemas.microsoft.com/office/drawing/2014/main" id="{3D97B737-28D4-88B7-9A18-9798EEE8E820}"/>
              </a:ext>
            </a:extLst>
          </p:cNvPr>
          <p:cNvSpPr/>
          <p:nvPr/>
        </p:nvSpPr>
        <p:spPr>
          <a:xfrm>
            <a:off x="5076000" y="4160000"/>
            <a:ext cx="2040000" cy="1150000"/>
          </a:xfrm>
          <a:prstGeom prst="roundRect">
            <a:avLst>
              <a:gd name="adj" fmla="val 7000"/>
            </a:avLst>
          </a:prstGeom>
          <a:solidFill>
            <a:srgbClr val="FFFFFF"/>
          </a:solidFill>
          <a:ln w="15875">
            <a:solidFill>
              <a:schemeClr val="tx2"/>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500" b="1">
                <a:solidFill>
                  <a:srgbClr val="404040"/>
                </a:solidFill>
                <a:latin typeface="Segoe UI"/>
              </a:rPr>
              <a:t>Reliability</a:t>
            </a:r>
          </a:p>
        </p:txBody>
      </p:sp>
      <p:sp>
        <p:nvSpPr>
          <p:cNvPr id="16" name="Rounded Rectangle 15">
            <a:extLst>
              <a:ext uri="{FF2B5EF4-FFF2-40B4-BE49-F238E27FC236}">
                <a16:creationId xmlns:a16="http://schemas.microsoft.com/office/drawing/2014/main" id="{35981AC7-003A-81CC-4B24-79866B1E17C3}"/>
              </a:ext>
            </a:extLst>
          </p:cNvPr>
          <p:cNvSpPr/>
          <p:nvPr/>
        </p:nvSpPr>
        <p:spPr>
          <a:xfrm>
            <a:off x="7321900" y="4160000"/>
            <a:ext cx="2040000" cy="1150000"/>
          </a:xfrm>
          <a:prstGeom prst="roundRect">
            <a:avLst>
              <a:gd name="adj" fmla="val 7000"/>
            </a:avLst>
          </a:prstGeom>
          <a:solidFill>
            <a:srgbClr val="FFFFFF"/>
          </a:solidFill>
          <a:ln w="15875">
            <a:solidFill>
              <a:schemeClr val="tx2"/>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500" b="1">
                <a:solidFill>
                  <a:srgbClr val="404040"/>
                </a:solidFill>
                <a:latin typeface="Segoe UI"/>
              </a:rPr>
              <a:t>Security</a:t>
            </a:r>
          </a:p>
        </p:txBody>
      </p:sp>
      <p:sp>
        <p:nvSpPr>
          <p:cNvPr id="17" name="Rounded Rectangle 16">
            <a:extLst>
              <a:ext uri="{FF2B5EF4-FFF2-40B4-BE49-F238E27FC236}">
                <a16:creationId xmlns:a16="http://schemas.microsoft.com/office/drawing/2014/main" id="{2743DF80-A7E8-7234-BE61-AB0787B7310E}"/>
              </a:ext>
            </a:extLst>
          </p:cNvPr>
          <p:cNvSpPr/>
          <p:nvPr/>
        </p:nvSpPr>
        <p:spPr>
          <a:xfrm>
            <a:off x="9567800" y="4160000"/>
            <a:ext cx="2040000" cy="1150000"/>
          </a:xfrm>
          <a:prstGeom prst="roundRect">
            <a:avLst>
              <a:gd name="adj" fmla="val 7000"/>
            </a:avLst>
          </a:prstGeom>
          <a:solidFill>
            <a:schemeClr val="bg1"/>
          </a:solidFill>
          <a:ln w="15875">
            <a:solidFill>
              <a:schemeClr val="tx2"/>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500" b="1" dirty="0">
                <a:solidFill>
                  <a:schemeClr val="tx1"/>
                </a:solidFill>
                <a:latin typeface="Segoe UI"/>
              </a:rPr>
              <a:t>Cost optimization</a:t>
            </a:r>
          </a:p>
        </p:txBody>
      </p:sp>
      <p:sp>
        <p:nvSpPr>
          <p:cNvPr id="18" name="Rounded Rectangle 17">
            <a:extLst>
              <a:ext uri="{FF2B5EF4-FFF2-40B4-BE49-F238E27FC236}">
                <a16:creationId xmlns:a16="http://schemas.microsoft.com/office/drawing/2014/main" id="{3D8C4E4F-1F63-539A-51A6-861A7CE603FF}"/>
              </a:ext>
            </a:extLst>
          </p:cNvPr>
          <p:cNvSpPr/>
          <p:nvPr/>
        </p:nvSpPr>
        <p:spPr>
          <a:xfrm>
            <a:off x="3953050" y="5490000"/>
            <a:ext cx="2040000" cy="1150000"/>
          </a:xfrm>
          <a:prstGeom prst="roundRect">
            <a:avLst>
              <a:gd name="adj" fmla="val 7000"/>
            </a:avLst>
          </a:prstGeom>
          <a:solidFill>
            <a:srgbClr val="FFFFFF"/>
          </a:solidFill>
          <a:ln w="15875">
            <a:solidFill>
              <a:schemeClr val="tx2"/>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500" b="1">
                <a:solidFill>
                  <a:srgbClr val="404040"/>
                </a:solidFill>
                <a:latin typeface="Segoe UI"/>
              </a:rPr>
              <a:t>Operational excellence</a:t>
            </a:r>
          </a:p>
        </p:txBody>
      </p:sp>
      <p:sp>
        <p:nvSpPr>
          <p:cNvPr id="19" name="Rounded Rectangle 18">
            <a:extLst>
              <a:ext uri="{FF2B5EF4-FFF2-40B4-BE49-F238E27FC236}">
                <a16:creationId xmlns:a16="http://schemas.microsoft.com/office/drawing/2014/main" id="{D4F3B4A8-DB5F-F551-8F8D-CA523446A777}"/>
              </a:ext>
            </a:extLst>
          </p:cNvPr>
          <p:cNvSpPr/>
          <p:nvPr/>
        </p:nvSpPr>
        <p:spPr>
          <a:xfrm>
            <a:off x="6198950" y="5490000"/>
            <a:ext cx="2040000" cy="1150000"/>
          </a:xfrm>
          <a:prstGeom prst="roundRect">
            <a:avLst>
              <a:gd name="adj" fmla="val 7000"/>
            </a:avLst>
          </a:prstGeom>
          <a:solidFill>
            <a:srgbClr val="FFFFFF"/>
          </a:solidFill>
          <a:ln w="15875">
            <a:solidFill>
              <a:schemeClr val="tx2"/>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500" b="1">
                <a:solidFill>
                  <a:srgbClr val="404040"/>
                </a:solidFill>
                <a:latin typeface="Segoe UI"/>
              </a:rPr>
              <a:t>Performance efficiency</a:t>
            </a:r>
          </a:p>
        </p:txBody>
      </p:sp>
    </p:spTree>
    <p:extLst>
      <p:ext uri="{BB962C8B-B14F-4D97-AF65-F5344CB8AC3E}">
        <p14:creationId xmlns:p14="http://schemas.microsoft.com/office/powerpoint/2010/main" val="18836783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06160-40DF-C6C4-1381-B7D952C4C9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45F366-878D-C21B-0A5D-C5F4A3254C59}"/>
              </a:ext>
            </a:extLst>
          </p:cNvPr>
          <p:cNvSpPr>
            <a:spLocks noGrp="1"/>
          </p:cNvSpPr>
          <p:nvPr>
            <p:ph type="title"/>
          </p:nvPr>
        </p:nvSpPr>
        <p:spPr/>
        <p:txBody>
          <a:bodyPr/>
          <a:lstStyle/>
          <a:p>
            <a:r>
              <a:rPr dirty="0"/>
              <a:t>Design framework</a:t>
            </a:r>
          </a:p>
        </p:txBody>
      </p:sp>
      <p:sp>
        <p:nvSpPr>
          <p:cNvPr id="3" name="Rounded Rectangle 2">
            <a:extLst>
              <a:ext uri="{FF2B5EF4-FFF2-40B4-BE49-F238E27FC236}">
                <a16:creationId xmlns:a16="http://schemas.microsoft.com/office/drawing/2014/main" id="{5D4971AC-0532-4260-6539-9667C070DAF5}"/>
              </a:ext>
            </a:extLst>
          </p:cNvPr>
          <p:cNvSpPr/>
          <p:nvPr/>
        </p:nvSpPr>
        <p:spPr>
          <a:xfrm>
            <a:off x="584200" y="1500000"/>
            <a:ext cx="2040000" cy="1150000"/>
          </a:xfrm>
          <a:prstGeom prst="roundRect">
            <a:avLst>
              <a:gd name="adj" fmla="val 7000"/>
            </a:avLst>
          </a:prstGeom>
          <a:solidFill>
            <a:srgbClr val="FFFFFF"/>
          </a:solidFill>
          <a:ln w="15875">
            <a:solidFill>
              <a:schemeClr val="tx2"/>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500" b="1">
                <a:solidFill>
                  <a:srgbClr val="404040"/>
                </a:solidFill>
                <a:latin typeface="Segoe UI"/>
              </a:rPr>
              <a:t>Compute</a:t>
            </a:r>
          </a:p>
        </p:txBody>
      </p:sp>
      <p:sp>
        <p:nvSpPr>
          <p:cNvPr id="4" name="Rounded Rectangle 3">
            <a:extLst>
              <a:ext uri="{FF2B5EF4-FFF2-40B4-BE49-F238E27FC236}">
                <a16:creationId xmlns:a16="http://schemas.microsoft.com/office/drawing/2014/main" id="{D08F9F61-A4F2-A733-04F0-746C116581B4}"/>
              </a:ext>
            </a:extLst>
          </p:cNvPr>
          <p:cNvSpPr/>
          <p:nvPr/>
        </p:nvSpPr>
        <p:spPr>
          <a:xfrm>
            <a:off x="2830100" y="1500000"/>
            <a:ext cx="2040000" cy="1150000"/>
          </a:xfrm>
          <a:prstGeom prst="roundRect">
            <a:avLst>
              <a:gd name="adj" fmla="val 7000"/>
            </a:avLst>
          </a:prstGeom>
          <a:solidFill>
            <a:srgbClr val="FFFFFF"/>
          </a:solidFill>
          <a:ln w="15875">
            <a:solidFill>
              <a:schemeClr val="tx2"/>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500" b="1">
                <a:solidFill>
                  <a:srgbClr val="404040"/>
                </a:solidFill>
                <a:latin typeface="Segoe UI"/>
              </a:rPr>
              <a:t>Models</a:t>
            </a:r>
          </a:p>
        </p:txBody>
      </p:sp>
      <p:sp>
        <p:nvSpPr>
          <p:cNvPr id="5" name="Rounded Rectangle 4">
            <a:extLst>
              <a:ext uri="{FF2B5EF4-FFF2-40B4-BE49-F238E27FC236}">
                <a16:creationId xmlns:a16="http://schemas.microsoft.com/office/drawing/2014/main" id="{ACA3D935-458C-AB0F-348C-6922CB83F306}"/>
              </a:ext>
            </a:extLst>
          </p:cNvPr>
          <p:cNvSpPr/>
          <p:nvPr/>
        </p:nvSpPr>
        <p:spPr>
          <a:xfrm>
            <a:off x="5076000" y="1500000"/>
            <a:ext cx="2040000" cy="1150000"/>
          </a:xfrm>
          <a:prstGeom prst="roundRect">
            <a:avLst>
              <a:gd name="adj" fmla="val 7000"/>
            </a:avLst>
          </a:prstGeom>
          <a:solidFill>
            <a:srgbClr val="FFFFFF"/>
          </a:solidFill>
          <a:ln w="15875">
            <a:solidFill>
              <a:schemeClr val="tx2"/>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500" b="1">
                <a:solidFill>
                  <a:srgbClr val="404040"/>
                </a:solidFill>
                <a:latin typeface="Segoe UI"/>
              </a:rPr>
              <a:t>Tools</a:t>
            </a:r>
          </a:p>
        </p:txBody>
      </p:sp>
      <p:sp>
        <p:nvSpPr>
          <p:cNvPr id="6" name="Rounded Rectangle 5">
            <a:extLst>
              <a:ext uri="{FF2B5EF4-FFF2-40B4-BE49-F238E27FC236}">
                <a16:creationId xmlns:a16="http://schemas.microsoft.com/office/drawing/2014/main" id="{A8D21BE4-EBFA-B55B-BE73-5430AD4A9CA1}"/>
              </a:ext>
            </a:extLst>
          </p:cNvPr>
          <p:cNvSpPr/>
          <p:nvPr/>
        </p:nvSpPr>
        <p:spPr>
          <a:xfrm>
            <a:off x="7321900" y="1500000"/>
            <a:ext cx="2040000" cy="1150000"/>
          </a:xfrm>
          <a:prstGeom prst="roundRect">
            <a:avLst>
              <a:gd name="adj" fmla="val 7000"/>
            </a:avLst>
          </a:prstGeom>
          <a:solidFill>
            <a:srgbClr val="FFFFFF"/>
          </a:solidFill>
          <a:ln w="15875">
            <a:solidFill>
              <a:schemeClr val="tx2"/>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500" b="1">
                <a:solidFill>
                  <a:srgbClr val="404040"/>
                </a:solidFill>
                <a:latin typeface="Segoe UI"/>
              </a:rPr>
              <a:t>Gateway</a:t>
            </a:r>
          </a:p>
        </p:txBody>
      </p:sp>
      <p:sp>
        <p:nvSpPr>
          <p:cNvPr id="7" name="Rounded Rectangle 6">
            <a:extLst>
              <a:ext uri="{FF2B5EF4-FFF2-40B4-BE49-F238E27FC236}">
                <a16:creationId xmlns:a16="http://schemas.microsoft.com/office/drawing/2014/main" id="{DF586B2B-7E8E-DFF5-1C55-544DAB874DC4}"/>
              </a:ext>
            </a:extLst>
          </p:cNvPr>
          <p:cNvSpPr/>
          <p:nvPr/>
        </p:nvSpPr>
        <p:spPr>
          <a:xfrm>
            <a:off x="9567800" y="1500000"/>
            <a:ext cx="2040000" cy="1150000"/>
          </a:xfrm>
          <a:prstGeom prst="roundRect">
            <a:avLst>
              <a:gd name="adj" fmla="val 7000"/>
            </a:avLst>
          </a:prstGeom>
          <a:solidFill>
            <a:srgbClr val="FFFFFF"/>
          </a:solidFill>
          <a:ln w="15875">
            <a:solidFill>
              <a:schemeClr val="tx2"/>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500" b="1">
                <a:solidFill>
                  <a:srgbClr val="404040"/>
                </a:solidFill>
                <a:latin typeface="Segoe UI"/>
              </a:rPr>
              <a:t>Agents</a:t>
            </a:r>
          </a:p>
        </p:txBody>
      </p:sp>
      <p:sp>
        <p:nvSpPr>
          <p:cNvPr id="8" name="Rounded Rectangle 7">
            <a:extLst>
              <a:ext uri="{FF2B5EF4-FFF2-40B4-BE49-F238E27FC236}">
                <a16:creationId xmlns:a16="http://schemas.microsoft.com/office/drawing/2014/main" id="{DFD75227-CFC0-C647-ABEE-C353877017CB}"/>
              </a:ext>
            </a:extLst>
          </p:cNvPr>
          <p:cNvSpPr/>
          <p:nvPr/>
        </p:nvSpPr>
        <p:spPr>
          <a:xfrm>
            <a:off x="584200" y="2830000"/>
            <a:ext cx="2040000" cy="1150000"/>
          </a:xfrm>
          <a:prstGeom prst="roundRect">
            <a:avLst>
              <a:gd name="adj" fmla="val 7000"/>
            </a:avLst>
          </a:prstGeom>
          <a:solidFill>
            <a:srgbClr val="FFFFFF"/>
          </a:solidFill>
          <a:ln w="15875">
            <a:solidFill>
              <a:schemeClr val="tx2"/>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500" b="1">
                <a:solidFill>
                  <a:srgbClr val="404040"/>
                </a:solidFill>
                <a:latin typeface="Segoe UI"/>
              </a:rPr>
              <a:t>Data</a:t>
            </a:r>
          </a:p>
        </p:txBody>
      </p:sp>
      <p:sp>
        <p:nvSpPr>
          <p:cNvPr id="9" name="Rounded Rectangle 8">
            <a:extLst>
              <a:ext uri="{FF2B5EF4-FFF2-40B4-BE49-F238E27FC236}">
                <a16:creationId xmlns:a16="http://schemas.microsoft.com/office/drawing/2014/main" id="{2D2AC7CE-9990-06AB-1D89-89C8C594100B}"/>
              </a:ext>
            </a:extLst>
          </p:cNvPr>
          <p:cNvSpPr/>
          <p:nvPr/>
        </p:nvSpPr>
        <p:spPr>
          <a:xfrm>
            <a:off x="2830100" y="2830000"/>
            <a:ext cx="2040000" cy="1150000"/>
          </a:xfrm>
          <a:prstGeom prst="roundRect">
            <a:avLst>
              <a:gd name="adj" fmla="val 7000"/>
            </a:avLst>
          </a:prstGeom>
          <a:solidFill>
            <a:srgbClr val="FFFFFF"/>
          </a:solidFill>
          <a:ln w="15875">
            <a:solidFill>
              <a:schemeClr val="tx2"/>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500" b="1">
                <a:solidFill>
                  <a:srgbClr val="404040"/>
                </a:solidFill>
                <a:latin typeface="Segoe UI"/>
              </a:rPr>
              <a:t>Network</a:t>
            </a:r>
          </a:p>
        </p:txBody>
      </p:sp>
      <p:sp>
        <p:nvSpPr>
          <p:cNvPr id="10" name="Rounded Rectangle 9">
            <a:extLst>
              <a:ext uri="{FF2B5EF4-FFF2-40B4-BE49-F238E27FC236}">
                <a16:creationId xmlns:a16="http://schemas.microsoft.com/office/drawing/2014/main" id="{D68F63AE-714C-9789-2489-4758F90303F7}"/>
              </a:ext>
            </a:extLst>
          </p:cNvPr>
          <p:cNvSpPr/>
          <p:nvPr/>
        </p:nvSpPr>
        <p:spPr>
          <a:xfrm>
            <a:off x="5076000" y="2830000"/>
            <a:ext cx="2040000" cy="1150000"/>
          </a:xfrm>
          <a:prstGeom prst="roundRect">
            <a:avLst>
              <a:gd name="adj" fmla="val 7000"/>
            </a:avLst>
          </a:prstGeom>
          <a:solidFill>
            <a:srgbClr val="FFFFFF"/>
          </a:solidFill>
          <a:ln w="15875">
            <a:solidFill>
              <a:schemeClr val="tx2"/>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500" b="1">
                <a:solidFill>
                  <a:srgbClr val="404040"/>
                </a:solidFill>
                <a:latin typeface="Segoe UI"/>
              </a:rPr>
              <a:t>Identity</a:t>
            </a:r>
          </a:p>
        </p:txBody>
      </p:sp>
      <p:sp>
        <p:nvSpPr>
          <p:cNvPr id="11" name="Rounded Rectangle 10">
            <a:extLst>
              <a:ext uri="{FF2B5EF4-FFF2-40B4-BE49-F238E27FC236}">
                <a16:creationId xmlns:a16="http://schemas.microsoft.com/office/drawing/2014/main" id="{CAAEB239-870F-4567-BB83-606B3EE816C6}"/>
              </a:ext>
            </a:extLst>
          </p:cNvPr>
          <p:cNvSpPr/>
          <p:nvPr/>
        </p:nvSpPr>
        <p:spPr>
          <a:xfrm>
            <a:off x="7321900" y="2830000"/>
            <a:ext cx="2040000" cy="1150000"/>
          </a:xfrm>
          <a:prstGeom prst="roundRect">
            <a:avLst>
              <a:gd name="adj" fmla="val 7000"/>
            </a:avLst>
          </a:prstGeom>
          <a:solidFill>
            <a:schemeClr val="tx2"/>
          </a:solidFill>
          <a:ln w="15875">
            <a:solidFill>
              <a:schemeClr val="tx2"/>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500" b="1" dirty="0" err="1">
                <a:solidFill>
                  <a:schemeClr val="bg1"/>
                </a:solidFill>
                <a:latin typeface="Segoe UI"/>
              </a:rPr>
              <a:t>Monitorin</a:t>
            </a:r>
            <a:r>
              <a:rPr lang="en-GB" sz="1500" b="1" dirty="0">
                <a:solidFill>
                  <a:schemeClr val="bg1"/>
                </a:solidFill>
                <a:latin typeface="Segoe UI"/>
              </a:rPr>
              <a:t>g</a:t>
            </a:r>
            <a:endParaRPr sz="1500" b="1" dirty="0">
              <a:solidFill>
                <a:schemeClr val="bg1"/>
              </a:solidFill>
              <a:latin typeface="Segoe UI"/>
            </a:endParaRPr>
          </a:p>
        </p:txBody>
      </p:sp>
      <p:sp>
        <p:nvSpPr>
          <p:cNvPr id="12" name="Rounded Rectangle 11">
            <a:extLst>
              <a:ext uri="{FF2B5EF4-FFF2-40B4-BE49-F238E27FC236}">
                <a16:creationId xmlns:a16="http://schemas.microsoft.com/office/drawing/2014/main" id="{86127128-CB35-86A5-CA92-F9907671691C}"/>
              </a:ext>
            </a:extLst>
          </p:cNvPr>
          <p:cNvSpPr/>
          <p:nvPr/>
        </p:nvSpPr>
        <p:spPr>
          <a:xfrm>
            <a:off x="9567800" y="2830000"/>
            <a:ext cx="2040000" cy="1150000"/>
          </a:xfrm>
          <a:prstGeom prst="roundRect">
            <a:avLst>
              <a:gd name="adj" fmla="val 7000"/>
            </a:avLst>
          </a:prstGeom>
          <a:solidFill>
            <a:schemeClr val="tx2"/>
          </a:solidFill>
          <a:ln w="15875">
            <a:solidFill>
              <a:schemeClr val="tx2"/>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500" b="1" dirty="0" err="1">
                <a:solidFill>
                  <a:schemeClr val="bg1"/>
                </a:solidFill>
                <a:latin typeface="Segoe UI"/>
              </a:rPr>
              <a:t>Governan</a:t>
            </a:r>
            <a:r>
              <a:rPr lang="en-GB" sz="1500" b="1" dirty="0" err="1">
                <a:solidFill>
                  <a:schemeClr val="bg1"/>
                </a:solidFill>
                <a:latin typeface="Segoe UI"/>
              </a:rPr>
              <a:t>ce</a:t>
            </a:r>
            <a:endParaRPr sz="1500" b="1" dirty="0">
              <a:solidFill>
                <a:schemeClr val="bg1"/>
              </a:solidFill>
              <a:latin typeface="Segoe UI"/>
            </a:endParaRPr>
          </a:p>
        </p:txBody>
      </p:sp>
      <p:sp>
        <p:nvSpPr>
          <p:cNvPr id="13" name="Rounded Rectangle 12">
            <a:extLst>
              <a:ext uri="{FF2B5EF4-FFF2-40B4-BE49-F238E27FC236}">
                <a16:creationId xmlns:a16="http://schemas.microsoft.com/office/drawing/2014/main" id="{80E1C2C7-D5AA-F4B0-3F84-C43F891F39A9}"/>
              </a:ext>
            </a:extLst>
          </p:cNvPr>
          <p:cNvSpPr/>
          <p:nvPr/>
        </p:nvSpPr>
        <p:spPr>
          <a:xfrm>
            <a:off x="584200" y="4160000"/>
            <a:ext cx="2040000" cy="1150000"/>
          </a:xfrm>
          <a:prstGeom prst="roundRect">
            <a:avLst>
              <a:gd name="adj" fmla="val 7000"/>
            </a:avLst>
          </a:prstGeom>
          <a:solidFill>
            <a:srgbClr val="FFFFFF"/>
          </a:solidFill>
          <a:ln w="15875">
            <a:solidFill>
              <a:schemeClr val="tx2"/>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500" b="1">
                <a:solidFill>
                  <a:srgbClr val="404040"/>
                </a:solidFill>
                <a:latin typeface="Segoe UI"/>
              </a:rPr>
              <a:t>Resource organization</a:t>
            </a:r>
          </a:p>
        </p:txBody>
      </p:sp>
      <p:sp>
        <p:nvSpPr>
          <p:cNvPr id="14" name="Rounded Rectangle 13">
            <a:extLst>
              <a:ext uri="{FF2B5EF4-FFF2-40B4-BE49-F238E27FC236}">
                <a16:creationId xmlns:a16="http://schemas.microsoft.com/office/drawing/2014/main" id="{C1A57782-B2CF-BF11-BD0D-B2A0839319C1}"/>
              </a:ext>
            </a:extLst>
          </p:cNvPr>
          <p:cNvSpPr/>
          <p:nvPr/>
        </p:nvSpPr>
        <p:spPr>
          <a:xfrm>
            <a:off x="2830100" y="4160000"/>
            <a:ext cx="2040000" cy="1150000"/>
          </a:xfrm>
          <a:prstGeom prst="roundRect">
            <a:avLst>
              <a:gd name="adj" fmla="val 7000"/>
            </a:avLst>
          </a:prstGeom>
          <a:solidFill>
            <a:srgbClr val="FFFFFF"/>
          </a:solidFill>
          <a:ln w="15875">
            <a:solidFill>
              <a:schemeClr val="tx2"/>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500" b="1">
                <a:solidFill>
                  <a:srgbClr val="404040"/>
                </a:solidFill>
                <a:latin typeface="Segoe UI"/>
              </a:rPr>
              <a:t>Platform Ops</a:t>
            </a:r>
          </a:p>
        </p:txBody>
      </p:sp>
      <p:sp>
        <p:nvSpPr>
          <p:cNvPr id="15" name="Rounded Rectangle 14">
            <a:extLst>
              <a:ext uri="{FF2B5EF4-FFF2-40B4-BE49-F238E27FC236}">
                <a16:creationId xmlns:a16="http://schemas.microsoft.com/office/drawing/2014/main" id="{07F34F2D-36CD-5124-CE01-0F9958493C30}"/>
              </a:ext>
            </a:extLst>
          </p:cNvPr>
          <p:cNvSpPr/>
          <p:nvPr/>
        </p:nvSpPr>
        <p:spPr>
          <a:xfrm>
            <a:off x="5076000" y="4160000"/>
            <a:ext cx="2040000" cy="1150000"/>
          </a:xfrm>
          <a:prstGeom prst="roundRect">
            <a:avLst>
              <a:gd name="adj" fmla="val 7000"/>
            </a:avLst>
          </a:prstGeom>
          <a:solidFill>
            <a:srgbClr val="FFFFFF"/>
          </a:solidFill>
          <a:ln w="15875">
            <a:solidFill>
              <a:schemeClr val="tx2"/>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500" b="1">
                <a:solidFill>
                  <a:srgbClr val="404040"/>
                </a:solidFill>
                <a:latin typeface="Segoe UI"/>
              </a:rPr>
              <a:t>Reliability</a:t>
            </a:r>
          </a:p>
        </p:txBody>
      </p:sp>
      <p:sp>
        <p:nvSpPr>
          <p:cNvPr id="16" name="Rounded Rectangle 15">
            <a:extLst>
              <a:ext uri="{FF2B5EF4-FFF2-40B4-BE49-F238E27FC236}">
                <a16:creationId xmlns:a16="http://schemas.microsoft.com/office/drawing/2014/main" id="{6927A18A-D708-B995-B955-1FFC2354986D}"/>
              </a:ext>
            </a:extLst>
          </p:cNvPr>
          <p:cNvSpPr/>
          <p:nvPr/>
        </p:nvSpPr>
        <p:spPr>
          <a:xfrm>
            <a:off x="7321900" y="4160000"/>
            <a:ext cx="2040000" cy="1150000"/>
          </a:xfrm>
          <a:prstGeom prst="roundRect">
            <a:avLst>
              <a:gd name="adj" fmla="val 7000"/>
            </a:avLst>
          </a:prstGeom>
          <a:solidFill>
            <a:srgbClr val="FFFFFF"/>
          </a:solidFill>
          <a:ln w="15875">
            <a:solidFill>
              <a:schemeClr val="tx2"/>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500" b="1">
                <a:solidFill>
                  <a:srgbClr val="404040"/>
                </a:solidFill>
                <a:latin typeface="Segoe UI"/>
              </a:rPr>
              <a:t>Security</a:t>
            </a:r>
          </a:p>
        </p:txBody>
      </p:sp>
      <p:sp>
        <p:nvSpPr>
          <p:cNvPr id="17" name="Rounded Rectangle 16">
            <a:extLst>
              <a:ext uri="{FF2B5EF4-FFF2-40B4-BE49-F238E27FC236}">
                <a16:creationId xmlns:a16="http://schemas.microsoft.com/office/drawing/2014/main" id="{B27644CC-9E6E-3FE9-9B01-18FBB1ED2FE6}"/>
              </a:ext>
            </a:extLst>
          </p:cNvPr>
          <p:cNvSpPr/>
          <p:nvPr/>
        </p:nvSpPr>
        <p:spPr>
          <a:xfrm>
            <a:off x="9567800" y="4160000"/>
            <a:ext cx="2040000" cy="1150000"/>
          </a:xfrm>
          <a:prstGeom prst="roundRect">
            <a:avLst>
              <a:gd name="adj" fmla="val 7000"/>
            </a:avLst>
          </a:prstGeom>
          <a:solidFill>
            <a:schemeClr val="tx2"/>
          </a:solidFill>
          <a:ln w="15875">
            <a:solidFill>
              <a:schemeClr val="tx2"/>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500" b="1" dirty="0">
                <a:solidFill>
                  <a:schemeClr val="bg1"/>
                </a:solidFill>
                <a:latin typeface="Segoe UI"/>
              </a:rPr>
              <a:t>Cost optimization</a:t>
            </a:r>
          </a:p>
        </p:txBody>
      </p:sp>
      <p:sp>
        <p:nvSpPr>
          <p:cNvPr id="18" name="Rounded Rectangle 17">
            <a:extLst>
              <a:ext uri="{FF2B5EF4-FFF2-40B4-BE49-F238E27FC236}">
                <a16:creationId xmlns:a16="http://schemas.microsoft.com/office/drawing/2014/main" id="{783BB5B0-F4DC-B047-7FCB-E4F2302B1C82}"/>
              </a:ext>
            </a:extLst>
          </p:cNvPr>
          <p:cNvSpPr/>
          <p:nvPr/>
        </p:nvSpPr>
        <p:spPr>
          <a:xfrm>
            <a:off x="3953050" y="5490000"/>
            <a:ext cx="2040000" cy="1150000"/>
          </a:xfrm>
          <a:prstGeom prst="roundRect">
            <a:avLst>
              <a:gd name="adj" fmla="val 7000"/>
            </a:avLst>
          </a:prstGeom>
          <a:solidFill>
            <a:srgbClr val="FFFFFF"/>
          </a:solidFill>
          <a:ln w="15875">
            <a:solidFill>
              <a:schemeClr val="tx2"/>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500" b="1">
                <a:solidFill>
                  <a:srgbClr val="404040"/>
                </a:solidFill>
                <a:latin typeface="Segoe UI"/>
              </a:rPr>
              <a:t>Operational excellence</a:t>
            </a:r>
          </a:p>
        </p:txBody>
      </p:sp>
      <p:sp>
        <p:nvSpPr>
          <p:cNvPr id="19" name="Rounded Rectangle 18">
            <a:extLst>
              <a:ext uri="{FF2B5EF4-FFF2-40B4-BE49-F238E27FC236}">
                <a16:creationId xmlns:a16="http://schemas.microsoft.com/office/drawing/2014/main" id="{30DAE4CE-619C-BD2E-D0C6-76C1ED10FD46}"/>
              </a:ext>
            </a:extLst>
          </p:cNvPr>
          <p:cNvSpPr/>
          <p:nvPr/>
        </p:nvSpPr>
        <p:spPr>
          <a:xfrm>
            <a:off x="6198950" y="5490000"/>
            <a:ext cx="2040000" cy="1150000"/>
          </a:xfrm>
          <a:prstGeom prst="roundRect">
            <a:avLst>
              <a:gd name="adj" fmla="val 7000"/>
            </a:avLst>
          </a:prstGeom>
          <a:solidFill>
            <a:srgbClr val="FFFFFF"/>
          </a:solidFill>
          <a:ln w="15875">
            <a:solidFill>
              <a:schemeClr val="tx2"/>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500" b="1">
                <a:solidFill>
                  <a:srgbClr val="404040"/>
                </a:solidFill>
                <a:latin typeface="Segoe UI"/>
              </a:rPr>
              <a:t>Performance efficiency</a:t>
            </a:r>
          </a:p>
        </p:txBody>
      </p:sp>
    </p:spTree>
    <p:extLst>
      <p:ext uri="{BB962C8B-B14F-4D97-AF65-F5344CB8AC3E}">
        <p14:creationId xmlns:p14="http://schemas.microsoft.com/office/powerpoint/2010/main" val="219996034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85216" y="411480"/>
            <a:ext cx="11018520" cy="553998"/>
          </a:xfrm>
          <a:prstGeom prst="rect">
            <a:avLst/>
          </a:prstGeom>
          <a:noFill/>
        </p:spPr>
        <p:txBody>
          <a:bodyPr wrap="square" lIns="0" tIns="0" rIns="0" bIns="0" anchor="t">
            <a:spAutoFit/>
          </a:bodyPr>
          <a:lstStyle/>
          <a:p>
            <a:pPr algn="l"/>
            <a:r>
              <a:rPr lang="en-US" sz="3600" dirty="0">
                <a:solidFill>
                  <a:schemeClr val="tx2"/>
                </a:solidFill>
                <a:latin typeface="+mj-lt"/>
              </a:rPr>
              <a:t>Monitoring</a:t>
            </a:r>
          </a:p>
        </p:txBody>
      </p:sp>
      <p:sp>
        <p:nvSpPr>
          <p:cNvPr id="3" name="Rounded Rectangle 2"/>
          <p:cNvSpPr/>
          <p:nvPr/>
        </p:nvSpPr>
        <p:spPr>
          <a:xfrm>
            <a:off x="585216" y="1351419"/>
            <a:ext cx="11018520" cy="868680"/>
          </a:xfrm>
          <a:prstGeom prst="roundRect">
            <a:avLst/>
          </a:prstGeom>
          <a:solidFill>
            <a:schemeClr val="bg1"/>
          </a:solidFill>
          <a:ln>
            <a:solidFill>
              <a:schemeClr val="tx2"/>
            </a:solidFill>
          </a:ln>
        </p:spPr>
        <p:style>
          <a:lnRef idx="1">
            <a:schemeClr val="accent1"/>
          </a:lnRef>
          <a:fillRef idx="3">
            <a:schemeClr val="accent1"/>
          </a:fillRef>
          <a:effectRef idx="2">
            <a:schemeClr val="accent1"/>
          </a:effectRef>
          <a:fontRef idx="minor">
            <a:schemeClr val="lt1"/>
          </a:fontRef>
        </p:style>
        <p:txBody>
          <a:bodyPr wrap="square" lIns="274320" rIns="274320" rtlCol="0" anchor="ctr"/>
          <a:lstStyle/>
          <a:p>
            <a:pPr algn="l"/>
            <a:r>
              <a:rPr sz="2000" b="1" dirty="0">
                <a:solidFill>
                  <a:schemeClr val="tx1"/>
                </a:solidFill>
                <a:latin typeface="Segoe UI"/>
              </a:rPr>
              <a:t>You can’t operate in production what you can’t see</a:t>
            </a:r>
            <a:r>
              <a:rPr sz="2000" b="1" dirty="0">
                <a:solidFill>
                  <a:srgbClr val="FFFFFF"/>
                </a:solidFill>
                <a:latin typeface="Segoe UI"/>
              </a:rPr>
              <a:t>.</a:t>
            </a:r>
          </a:p>
        </p:txBody>
      </p:sp>
      <p:sp>
        <p:nvSpPr>
          <p:cNvPr id="4" name="Rounded Rectangle 3"/>
          <p:cNvSpPr/>
          <p:nvPr/>
        </p:nvSpPr>
        <p:spPr>
          <a:xfrm>
            <a:off x="585216" y="2606040"/>
            <a:ext cx="3520440" cy="3246120"/>
          </a:xfrm>
          <a:prstGeom prst="roundRect">
            <a:avLst/>
          </a:prstGeom>
          <a:solidFill>
            <a:srgbClr val="EFF6FC"/>
          </a:solidFill>
          <a:ln w="12700">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859536" y="2926080"/>
            <a:ext cx="566928" cy="566928"/>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200" b="1">
                <a:solidFill>
                  <a:srgbClr val="FFFFFF"/>
                </a:solidFill>
                <a:latin typeface="Segoe UI"/>
              </a:rPr>
              <a:t>1</a:t>
            </a:r>
          </a:p>
        </p:txBody>
      </p:sp>
      <p:sp>
        <p:nvSpPr>
          <p:cNvPr id="6" name="TextBox 5"/>
          <p:cNvSpPr txBox="1"/>
          <p:nvPr/>
        </p:nvSpPr>
        <p:spPr>
          <a:xfrm>
            <a:off x="859536" y="3703320"/>
            <a:ext cx="2971800" cy="261610"/>
          </a:xfrm>
          <a:prstGeom prst="rect">
            <a:avLst/>
          </a:prstGeom>
          <a:noFill/>
        </p:spPr>
        <p:txBody>
          <a:bodyPr wrap="square" lIns="0" tIns="0" rIns="0" bIns="0" anchor="t">
            <a:spAutoFit/>
          </a:bodyPr>
          <a:lstStyle/>
          <a:p>
            <a:pPr algn="l"/>
            <a:r>
              <a:rPr sz="1700" b="1" dirty="0">
                <a:solidFill>
                  <a:schemeClr val="tx2"/>
                </a:solidFill>
                <a:latin typeface="Segoe UI"/>
              </a:rPr>
              <a:t>Central telemetry</a:t>
            </a:r>
          </a:p>
        </p:txBody>
      </p:sp>
      <p:sp>
        <p:nvSpPr>
          <p:cNvPr id="7" name="TextBox 6"/>
          <p:cNvSpPr txBox="1"/>
          <p:nvPr/>
        </p:nvSpPr>
        <p:spPr>
          <a:xfrm>
            <a:off x="859536" y="4297680"/>
            <a:ext cx="2971800" cy="1280160"/>
          </a:xfrm>
          <a:prstGeom prst="rect">
            <a:avLst/>
          </a:prstGeom>
          <a:noFill/>
        </p:spPr>
        <p:txBody>
          <a:bodyPr wrap="square" lIns="0" tIns="0" rIns="0" bIns="0" anchor="t">
            <a:spAutoFit/>
          </a:bodyPr>
          <a:lstStyle/>
          <a:p>
            <a:pPr algn="l"/>
            <a:r>
              <a:rPr sz="1350" b="0" dirty="0">
                <a:solidFill>
                  <a:srgbClr val="595959"/>
                </a:solidFill>
                <a:latin typeface="Segoe UI"/>
              </a:rPr>
              <a:t>Diagnostic logs &amp; metrics flow to one Log Analytics workspace</a:t>
            </a:r>
          </a:p>
        </p:txBody>
      </p:sp>
      <p:sp>
        <p:nvSpPr>
          <p:cNvPr id="8" name="Rounded Rectangle 7"/>
          <p:cNvSpPr/>
          <p:nvPr/>
        </p:nvSpPr>
        <p:spPr>
          <a:xfrm>
            <a:off x="4334255" y="2606040"/>
            <a:ext cx="3520440" cy="3246120"/>
          </a:xfrm>
          <a:prstGeom prst="roundRect">
            <a:avLst/>
          </a:prstGeom>
          <a:solidFill>
            <a:srgbClr val="EFF6FC"/>
          </a:solidFill>
          <a:ln w="12700">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4608575" y="2926080"/>
            <a:ext cx="566928" cy="566928"/>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200" b="1" dirty="0">
                <a:solidFill>
                  <a:srgbClr val="FFFFFF"/>
                </a:solidFill>
                <a:latin typeface="Segoe UI"/>
              </a:rPr>
              <a:t>2</a:t>
            </a:r>
          </a:p>
        </p:txBody>
      </p:sp>
      <p:sp>
        <p:nvSpPr>
          <p:cNvPr id="10" name="TextBox 9"/>
          <p:cNvSpPr txBox="1"/>
          <p:nvPr/>
        </p:nvSpPr>
        <p:spPr>
          <a:xfrm>
            <a:off x="4608575" y="3703320"/>
            <a:ext cx="2971800" cy="261610"/>
          </a:xfrm>
          <a:prstGeom prst="rect">
            <a:avLst/>
          </a:prstGeom>
          <a:noFill/>
        </p:spPr>
        <p:txBody>
          <a:bodyPr wrap="square" lIns="0" tIns="0" rIns="0" bIns="0" anchor="t">
            <a:spAutoFit/>
          </a:bodyPr>
          <a:lstStyle/>
          <a:p>
            <a:pPr algn="l"/>
            <a:r>
              <a:rPr sz="1700" b="1" dirty="0">
                <a:solidFill>
                  <a:schemeClr val="tx2"/>
                </a:solidFill>
                <a:latin typeface="Segoe UI"/>
              </a:rPr>
              <a:t>Quality &amp; drift</a:t>
            </a:r>
          </a:p>
        </p:txBody>
      </p:sp>
      <p:sp>
        <p:nvSpPr>
          <p:cNvPr id="11" name="TextBox 10"/>
          <p:cNvSpPr txBox="1"/>
          <p:nvPr/>
        </p:nvSpPr>
        <p:spPr>
          <a:xfrm>
            <a:off x="4608575" y="4297680"/>
            <a:ext cx="2971800" cy="1280160"/>
          </a:xfrm>
          <a:prstGeom prst="rect">
            <a:avLst/>
          </a:prstGeom>
          <a:noFill/>
        </p:spPr>
        <p:txBody>
          <a:bodyPr wrap="square" lIns="0" tIns="0" rIns="0" bIns="0" anchor="t">
            <a:spAutoFit/>
          </a:bodyPr>
          <a:lstStyle/>
          <a:p>
            <a:pPr algn="l"/>
            <a:r>
              <a:rPr sz="1350" b="0">
                <a:solidFill>
                  <a:srgbClr val="595959"/>
                </a:solidFill>
                <a:latin typeface="Segoe UI"/>
              </a:rPr>
              <a:t>Foundry tracing and evaluations catch model &amp; data drift early</a:t>
            </a:r>
          </a:p>
        </p:txBody>
      </p:sp>
      <p:sp>
        <p:nvSpPr>
          <p:cNvPr id="12" name="Rounded Rectangle 11"/>
          <p:cNvSpPr/>
          <p:nvPr/>
        </p:nvSpPr>
        <p:spPr>
          <a:xfrm>
            <a:off x="8083296" y="2606040"/>
            <a:ext cx="3520440" cy="3246120"/>
          </a:xfrm>
          <a:prstGeom prst="roundRect">
            <a:avLst/>
          </a:prstGeom>
          <a:solidFill>
            <a:srgbClr val="EFF6FC"/>
          </a:solidFill>
          <a:ln w="12700">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8357616" y="2926080"/>
            <a:ext cx="566928" cy="566928"/>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200" b="1" dirty="0">
                <a:solidFill>
                  <a:srgbClr val="FFFFFF"/>
                </a:solidFill>
                <a:latin typeface="Segoe UI"/>
              </a:rPr>
              <a:t>3</a:t>
            </a:r>
          </a:p>
        </p:txBody>
      </p:sp>
      <p:sp>
        <p:nvSpPr>
          <p:cNvPr id="14" name="TextBox 13"/>
          <p:cNvSpPr txBox="1"/>
          <p:nvPr/>
        </p:nvSpPr>
        <p:spPr>
          <a:xfrm>
            <a:off x="8357616" y="3703320"/>
            <a:ext cx="2971800" cy="261610"/>
          </a:xfrm>
          <a:prstGeom prst="rect">
            <a:avLst/>
          </a:prstGeom>
          <a:noFill/>
        </p:spPr>
        <p:txBody>
          <a:bodyPr wrap="square" lIns="0" tIns="0" rIns="0" bIns="0" anchor="t">
            <a:spAutoFit/>
          </a:bodyPr>
          <a:lstStyle/>
          <a:p>
            <a:pPr algn="l"/>
            <a:r>
              <a:rPr sz="1700" b="1" dirty="0">
                <a:solidFill>
                  <a:schemeClr val="tx2"/>
                </a:solidFill>
                <a:latin typeface="Segoe UI"/>
              </a:rPr>
              <a:t>Proactive alerts</a:t>
            </a:r>
          </a:p>
        </p:txBody>
      </p:sp>
      <p:sp>
        <p:nvSpPr>
          <p:cNvPr id="15" name="TextBox 14"/>
          <p:cNvSpPr txBox="1"/>
          <p:nvPr/>
        </p:nvSpPr>
        <p:spPr>
          <a:xfrm>
            <a:off x="8357616" y="4297680"/>
            <a:ext cx="2971800" cy="1280160"/>
          </a:xfrm>
          <a:prstGeom prst="rect">
            <a:avLst/>
          </a:prstGeom>
          <a:noFill/>
        </p:spPr>
        <p:txBody>
          <a:bodyPr wrap="square" lIns="0" tIns="0" rIns="0" bIns="0" anchor="t">
            <a:spAutoFit/>
          </a:bodyPr>
          <a:lstStyle/>
          <a:p>
            <a:pPr algn="l"/>
            <a:r>
              <a:rPr sz="1350" b="0">
                <a:solidFill>
                  <a:srgbClr val="595959"/>
                </a:solidFill>
                <a:latin typeface="Segoe UI"/>
              </a:rPr>
              <a:t>Azure Monitor baseline alerts on health, latency &amp; failures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85216" y="411480"/>
            <a:ext cx="11018520" cy="553998"/>
          </a:xfrm>
          <a:prstGeom prst="rect">
            <a:avLst/>
          </a:prstGeom>
          <a:noFill/>
        </p:spPr>
        <p:txBody>
          <a:bodyPr wrap="square" lIns="0" tIns="0" rIns="0" bIns="0" anchor="t">
            <a:spAutoFit/>
          </a:bodyPr>
          <a:lstStyle/>
          <a:p>
            <a:pPr algn="l"/>
            <a:r>
              <a:rPr sz="3600" dirty="0">
                <a:solidFill>
                  <a:schemeClr val="tx2"/>
                </a:solidFill>
                <a:latin typeface="+mj-lt"/>
              </a:rPr>
              <a:t>Governance</a:t>
            </a:r>
          </a:p>
        </p:txBody>
      </p:sp>
      <p:sp>
        <p:nvSpPr>
          <p:cNvPr id="3" name="Rounded Rectangle 2"/>
          <p:cNvSpPr/>
          <p:nvPr/>
        </p:nvSpPr>
        <p:spPr>
          <a:xfrm>
            <a:off x="585216" y="1371600"/>
            <a:ext cx="11018520" cy="868680"/>
          </a:xfrm>
          <a:prstGeom prst="roundRect">
            <a:avLst/>
          </a:prstGeom>
          <a:solidFill>
            <a:schemeClr val="bg1"/>
          </a:solidFill>
          <a:ln>
            <a:solidFill>
              <a:schemeClr val="tx2"/>
            </a:solidFill>
          </a:ln>
        </p:spPr>
        <p:style>
          <a:lnRef idx="1">
            <a:schemeClr val="accent1"/>
          </a:lnRef>
          <a:fillRef idx="3">
            <a:schemeClr val="accent1"/>
          </a:fillRef>
          <a:effectRef idx="2">
            <a:schemeClr val="accent1"/>
          </a:effectRef>
          <a:fontRef idx="minor">
            <a:schemeClr val="lt1"/>
          </a:fontRef>
        </p:style>
        <p:txBody>
          <a:bodyPr wrap="square" lIns="274320" rIns="274320" rtlCol="0" anchor="ctr"/>
          <a:lstStyle/>
          <a:p>
            <a:pPr algn="l"/>
            <a:r>
              <a:rPr sz="2000" b="1" dirty="0">
                <a:solidFill>
                  <a:schemeClr val="tx1"/>
                </a:solidFill>
                <a:latin typeface="Segoe UI"/>
              </a:rPr>
              <a:t>Move fast — without giving up control</a:t>
            </a:r>
            <a:r>
              <a:rPr sz="2000" b="1" dirty="0">
                <a:solidFill>
                  <a:srgbClr val="FFFFFF"/>
                </a:solidFill>
                <a:latin typeface="Segoe UI"/>
              </a:rPr>
              <a:t>.</a:t>
            </a:r>
          </a:p>
        </p:txBody>
      </p:sp>
      <p:sp>
        <p:nvSpPr>
          <p:cNvPr id="4" name="Rounded Rectangle 3"/>
          <p:cNvSpPr/>
          <p:nvPr/>
        </p:nvSpPr>
        <p:spPr>
          <a:xfrm>
            <a:off x="585216" y="2606040"/>
            <a:ext cx="3520440" cy="3246120"/>
          </a:xfrm>
          <a:prstGeom prst="roundRect">
            <a:avLst/>
          </a:prstGeom>
          <a:solidFill>
            <a:srgbClr val="EFF6FC"/>
          </a:solidFill>
          <a:ln w="12700">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859536" y="2926080"/>
            <a:ext cx="566928" cy="566928"/>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200" b="1">
                <a:solidFill>
                  <a:srgbClr val="FFFFFF"/>
                </a:solidFill>
                <a:latin typeface="Segoe UI"/>
              </a:rPr>
              <a:t>1</a:t>
            </a:r>
          </a:p>
        </p:txBody>
      </p:sp>
      <p:sp>
        <p:nvSpPr>
          <p:cNvPr id="6" name="TextBox 5"/>
          <p:cNvSpPr txBox="1"/>
          <p:nvPr/>
        </p:nvSpPr>
        <p:spPr>
          <a:xfrm>
            <a:off x="859536" y="3703320"/>
            <a:ext cx="2971800" cy="261610"/>
          </a:xfrm>
          <a:prstGeom prst="rect">
            <a:avLst/>
          </a:prstGeom>
          <a:noFill/>
        </p:spPr>
        <p:txBody>
          <a:bodyPr wrap="square" lIns="0" tIns="0" rIns="0" bIns="0" anchor="t">
            <a:spAutoFit/>
          </a:bodyPr>
          <a:lstStyle/>
          <a:p>
            <a:pPr algn="l"/>
            <a:r>
              <a:rPr sz="1700" b="1" dirty="0">
                <a:solidFill>
                  <a:schemeClr val="tx2"/>
                </a:solidFill>
                <a:latin typeface="Segoe UI"/>
              </a:rPr>
              <a:t>Policy guardrails</a:t>
            </a:r>
          </a:p>
        </p:txBody>
      </p:sp>
      <p:sp>
        <p:nvSpPr>
          <p:cNvPr id="7" name="TextBox 6"/>
          <p:cNvSpPr txBox="1"/>
          <p:nvPr/>
        </p:nvSpPr>
        <p:spPr>
          <a:xfrm>
            <a:off x="859536" y="4297680"/>
            <a:ext cx="2971800" cy="1280160"/>
          </a:xfrm>
          <a:prstGeom prst="rect">
            <a:avLst/>
          </a:prstGeom>
          <a:noFill/>
        </p:spPr>
        <p:txBody>
          <a:bodyPr wrap="square" lIns="0" tIns="0" rIns="0" bIns="0" anchor="t">
            <a:spAutoFit/>
          </a:bodyPr>
          <a:lstStyle/>
          <a:p>
            <a:pPr algn="l"/>
            <a:r>
              <a:rPr sz="1350" b="0">
                <a:solidFill>
                  <a:srgbClr val="595959"/>
                </a:solidFill>
                <a:latin typeface="Segoe UI"/>
              </a:rPr>
              <a:t>Built-in Azure Policy for AI on every management group</a:t>
            </a:r>
          </a:p>
        </p:txBody>
      </p:sp>
      <p:sp>
        <p:nvSpPr>
          <p:cNvPr id="8" name="Rounded Rectangle 7"/>
          <p:cNvSpPr/>
          <p:nvPr/>
        </p:nvSpPr>
        <p:spPr>
          <a:xfrm>
            <a:off x="4334255" y="2606040"/>
            <a:ext cx="3520440" cy="3246120"/>
          </a:xfrm>
          <a:prstGeom prst="roundRect">
            <a:avLst/>
          </a:prstGeom>
          <a:solidFill>
            <a:srgbClr val="EFF6FC"/>
          </a:solidFill>
          <a:ln w="12700">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4608575" y="2926080"/>
            <a:ext cx="566928" cy="566928"/>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200" b="1">
                <a:solidFill>
                  <a:srgbClr val="FFFFFF"/>
                </a:solidFill>
                <a:latin typeface="Segoe UI"/>
              </a:rPr>
              <a:t>2</a:t>
            </a:r>
          </a:p>
        </p:txBody>
      </p:sp>
      <p:sp>
        <p:nvSpPr>
          <p:cNvPr id="10" name="TextBox 9"/>
          <p:cNvSpPr txBox="1"/>
          <p:nvPr/>
        </p:nvSpPr>
        <p:spPr>
          <a:xfrm>
            <a:off x="4608575" y="3703320"/>
            <a:ext cx="2971800" cy="261610"/>
          </a:xfrm>
          <a:prstGeom prst="rect">
            <a:avLst/>
          </a:prstGeom>
          <a:noFill/>
        </p:spPr>
        <p:txBody>
          <a:bodyPr wrap="square" lIns="0" tIns="0" rIns="0" bIns="0" anchor="t">
            <a:spAutoFit/>
          </a:bodyPr>
          <a:lstStyle/>
          <a:p>
            <a:pPr algn="l"/>
            <a:r>
              <a:rPr sz="1700" b="1" dirty="0">
                <a:solidFill>
                  <a:schemeClr val="tx2"/>
                </a:solidFill>
                <a:latin typeface="Segoe UI"/>
              </a:rPr>
              <a:t>Approved models</a:t>
            </a:r>
          </a:p>
        </p:txBody>
      </p:sp>
      <p:sp>
        <p:nvSpPr>
          <p:cNvPr id="11" name="TextBox 10"/>
          <p:cNvSpPr txBox="1"/>
          <p:nvPr/>
        </p:nvSpPr>
        <p:spPr>
          <a:xfrm>
            <a:off x="4608575" y="4297680"/>
            <a:ext cx="2971800" cy="1280160"/>
          </a:xfrm>
          <a:prstGeom prst="rect">
            <a:avLst/>
          </a:prstGeom>
          <a:noFill/>
        </p:spPr>
        <p:txBody>
          <a:bodyPr wrap="square" lIns="0" tIns="0" rIns="0" bIns="0" anchor="t">
            <a:spAutoFit/>
          </a:bodyPr>
          <a:lstStyle/>
          <a:p>
            <a:pPr algn="l"/>
            <a:r>
              <a:rPr sz="1350" b="0">
                <a:solidFill>
                  <a:srgbClr val="595959"/>
                </a:solidFill>
                <a:latin typeface="Segoe UI"/>
              </a:rPr>
              <a:t>Allow-list the Foundry catalog — start in audit, then deny</a:t>
            </a:r>
          </a:p>
        </p:txBody>
      </p:sp>
      <p:sp>
        <p:nvSpPr>
          <p:cNvPr id="12" name="Rounded Rectangle 11"/>
          <p:cNvSpPr/>
          <p:nvPr/>
        </p:nvSpPr>
        <p:spPr>
          <a:xfrm>
            <a:off x="8083296" y="2606040"/>
            <a:ext cx="3520440" cy="3246120"/>
          </a:xfrm>
          <a:prstGeom prst="roundRect">
            <a:avLst/>
          </a:prstGeom>
          <a:solidFill>
            <a:srgbClr val="EFF6FC"/>
          </a:solidFill>
          <a:ln w="12700">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8357616" y="2926080"/>
            <a:ext cx="566928" cy="566928"/>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200" b="1">
                <a:solidFill>
                  <a:srgbClr val="FFFFFF"/>
                </a:solidFill>
                <a:latin typeface="Segoe UI"/>
              </a:rPr>
              <a:t>3</a:t>
            </a:r>
          </a:p>
        </p:txBody>
      </p:sp>
      <p:sp>
        <p:nvSpPr>
          <p:cNvPr id="14" name="TextBox 13"/>
          <p:cNvSpPr txBox="1"/>
          <p:nvPr/>
        </p:nvSpPr>
        <p:spPr>
          <a:xfrm>
            <a:off x="8357616" y="3703320"/>
            <a:ext cx="2971800" cy="261610"/>
          </a:xfrm>
          <a:prstGeom prst="rect">
            <a:avLst/>
          </a:prstGeom>
          <a:noFill/>
        </p:spPr>
        <p:txBody>
          <a:bodyPr wrap="square" lIns="0" tIns="0" rIns="0" bIns="0" anchor="t">
            <a:spAutoFit/>
          </a:bodyPr>
          <a:lstStyle/>
          <a:p>
            <a:pPr algn="l"/>
            <a:r>
              <a:rPr sz="1700" b="1" dirty="0">
                <a:solidFill>
                  <a:schemeClr val="tx2"/>
                </a:solidFill>
                <a:latin typeface="Segoe UI"/>
              </a:rPr>
              <a:t>Responsible AI</a:t>
            </a:r>
          </a:p>
        </p:txBody>
      </p:sp>
      <p:sp>
        <p:nvSpPr>
          <p:cNvPr id="15" name="TextBox 14"/>
          <p:cNvSpPr txBox="1"/>
          <p:nvPr/>
        </p:nvSpPr>
        <p:spPr>
          <a:xfrm>
            <a:off x="8357616" y="4297680"/>
            <a:ext cx="2971800" cy="207749"/>
          </a:xfrm>
          <a:prstGeom prst="rect">
            <a:avLst/>
          </a:prstGeom>
          <a:noFill/>
        </p:spPr>
        <p:txBody>
          <a:bodyPr wrap="square" lIns="0" tIns="0" rIns="0" bIns="0" anchor="t">
            <a:spAutoFit/>
          </a:bodyPr>
          <a:lstStyle/>
          <a:p>
            <a:pPr algn="l"/>
            <a:r>
              <a:rPr sz="1350" b="0" dirty="0">
                <a:solidFill>
                  <a:srgbClr val="595959"/>
                </a:solidFill>
                <a:latin typeface="Segoe UI"/>
              </a:rPr>
              <a:t>Content Safety + RAI dashboard</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85216" y="411480"/>
            <a:ext cx="11018520" cy="553998"/>
          </a:xfrm>
          <a:prstGeom prst="rect">
            <a:avLst/>
          </a:prstGeom>
          <a:noFill/>
        </p:spPr>
        <p:txBody>
          <a:bodyPr wrap="square" lIns="0" tIns="0" rIns="0" bIns="0" anchor="t">
            <a:spAutoFit/>
          </a:bodyPr>
          <a:lstStyle/>
          <a:p>
            <a:pPr algn="l"/>
            <a:r>
              <a:rPr sz="3600" dirty="0">
                <a:solidFill>
                  <a:schemeClr val="tx2"/>
                </a:solidFill>
                <a:latin typeface="+mj-lt"/>
              </a:rPr>
              <a:t>Cost optimization</a:t>
            </a:r>
          </a:p>
        </p:txBody>
      </p:sp>
      <p:sp>
        <p:nvSpPr>
          <p:cNvPr id="3" name="Rounded Rectangle 2"/>
          <p:cNvSpPr/>
          <p:nvPr/>
        </p:nvSpPr>
        <p:spPr>
          <a:xfrm>
            <a:off x="585216" y="1371600"/>
            <a:ext cx="11018520" cy="868680"/>
          </a:xfrm>
          <a:prstGeom prst="roundRect">
            <a:avLst/>
          </a:prstGeom>
          <a:solidFill>
            <a:schemeClr val="bg1"/>
          </a:solidFill>
          <a:ln>
            <a:solidFill>
              <a:schemeClr val="tx2"/>
            </a:solidFill>
          </a:ln>
        </p:spPr>
        <p:style>
          <a:lnRef idx="1">
            <a:schemeClr val="accent1"/>
          </a:lnRef>
          <a:fillRef idx="3">
            <a:schemeClr val="accent1"/>
          </a:fillRef>
          <a:effectRef idx="2">
            <a:schemeClr val="accent1"/>
          </a:effectRef>
          <a:fontRef idx="minor">
            <a:schemeClr val="lt1"/>
          </a:fontRef>
        </p:style>
        <p:txBody>
          <a:bodyPr wrap="square" lIns="274320" rIns="274320" rtlCol="0" anchor="ctr"/>
          <a:lstStyle/>
          <a:p>
            <a:pPr algn="l"/>
            <a:r>
              <a:rPr sz="2000" b="1" dirty="0">
                <a:solidFill>
                  <a:schemeClr val="tx1"/>
                </a:solidFill>
                <a:latin typeface="Segoe UI"/>
              </a:rPr>
              <a:t>Predictable spend — no bill shock</a:t>
            </a:r>
            <a:r>
              <a:rPr sz="2000" b="1" dirty="0">
                <a:solidFill>
                  <a:srgbClr val="FFFFFF"/>
                </a:solidFill>
                <a:latin typeface="Segoe UI"/>
              </a:rPr>
              <a:t>.</a:t>
            </a:r>
          </a:p>
        </p:txBody>
      </p:sp>
      <p:sp>
        <p:nvSpPr>
          <p:cNvPr id="4" name="Rounded Rectangle 3"/>
          <p:cNvSpPr/>
          <p:nvPr/>
        </p:nvSpPr>
        <p:spPr>
          <a:xfrm>
            <a:off x="585216" y="2606040"/>
            <a:ext cx="3520440" cy="3246120"/>
          </a:xfrm>
          <a:prstGeom prst="roundRect">
            <a:avLst/>
          </a:prstGeom>
          <a:solidFill>
            <a:srgbClr val="EFF6FC"/>
          </a:solidFill>
          <a:ln w="12700">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859536" y="2926080"/>
            <a:ext cx="566928" cy="566928"/>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200" b="1">
                <a:solidFill>
                  <a:srgbClr val="FFFFFF"/>
                </a:solidFill>
                <a:latin typeface="Segoe UI"/>
              </a:rPr>
              <a:t>1</a:t>
            </a:r>
          </a:p>
        </p:txBody>
      </p:sp>
      <p:sp>
        <p:nvSpPr>
          <p:cNvPr id="6" name="TextBox 5"/>
          <p:cNvSpPr txBox="1"/>
          <p:nvPr/>
        </p:nvSpPr>
        <p:spPr>
          <a:xfrm>
            <a:off x="859536" y="3703320"/>
            <a:ext cx="2971800" cy="261610"/>
          </a:xfrm>
          <a:prstGeom prst="rect">
            <a:avLst/>
          </a:prstGeom>
          <a:noFill/>
        </p:spPr>
        <p:txBody>
          <a:bodyPr wrap="square" lIns="0" tIns="0" rIns="0" bIns="0" anchor="t">
            <a:spAutoFit/>
          </a:bodyPr>
          <a:lstStyle/>
          <a:p>
            <a:pPr algn="l"/>
            <a:r>
              <a:rPr sz="1700" b="1" dirty="0" err="1">
                <a:solidFill>
                  <a:schemeClr val="tx2"/>
                </a:solidFill>
                <a:latin typeface="Segoe UI"/>
              </a:rPr>
              <a:t>Righ</a:t>
            </a:r>
            <a:r>
              <a:rPr lang="en-GB" sz="1700" b="1" dirty="0">
                <a:solidFill>
                  <a:schemeClr val="tx2"/>
                </a:solidFill>
                <a:latin typeface="Segoe UI"/>
              </a:rPr>
              <a:t>t deployment type</a:t>
            </a:r>
            <a:endParaRPr sz="1700" b="1" dirty="0">
              <a:solidFill>
                <a:schemeClr val="tx2"/>
              </a:solidFill>
              <a:latin typeface="Segoe UI"/>
            </a:endParaRPr>
          </a:p>
        </p:txBody>
      </p:sp>
      <p:sp>
        <p:nvSpPr>
          <p:cNvPr id="7" name="TextBox 6"/>
          <p:cNvSpPr txBox="1"/>
          <p:nvPr/>
        </p:nvSpPr>
        <p:spPr>
          <a:xfrm>
            <a:off x="859536" y="4297680"/>
            <a:ext cx="2971800" cy="1280160"/>
          </a:xfrm>
          <a:prstGeom prst="rect">
            <a:avLst/>
          </a:prstGeom>
          <a:noFill/>
        </p:spPr>
        <p:txBody>
          <a:bodyPr wrap="square" lIns="0" tIns="0" rIns="0" bIns="0" anchor="t">
            <a:spAutoFit/>
          </a:bodyPr>
          <a:lstStyle/>
          <a:p>
            <a:pPr algn="l"/>
            <a:r>
              <a:rPr sz="1350" b="0">
                <a:solidFill>
                  <a:srgbClr val="595959"/>
                </a:solidFill>
                <a:latin typeface="Segoe UI"/>
              </a:rPr>
              <a:t>PTU baseline with pay-as-you-go spillover; global deployments</a:t>
            </a:r>
          </a:p>
        </p:txBody>
      </p:sp>
      <p:sp>
        <p:nvSpPr>
          <p:cNvPr id="8" name="Rounded Rectangle 7"/>
          <p:cNvSpPr/>
          <p:nvPr/>
        </p:nvSpPr>
        <p:spPr>
          <a:xfrm>
            <a:off x="4334255" y="2606040"/>
            <a:ext cx="3520440" cy="3246120"/>
          </a:xfrm>
          <a:prstGeom prst="roundRect">
            <a:avLst/>
          </a:prstGeom>
          <a:solidFill>
            <a:srgbClr val="EFF6FC"/>
          </a:solidFill>
          <a:ln w="12700">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4608575" y="2926080"/>
            <a:ext cx="566928" cy="566928"/>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200" b="1">
                <a:solidFill>
                  <a:srgbClr val="FFFFFF"/>
                </a:solidFill>
                <a:latin typeface="Segoe UI"/>
              </a:rPr>
              <a:t>2</a:t>
            </a:r>
          </a:p>
        </p:txBody>
      </p:sp>
      <p:sp>
        <p:nvSpPr>
          <p:cNvPr id="10" name="TextBox 9"/>
          <p:cNvSpPr txBox="1"/>
          <p:nvPr/>
        </p:nvSpPr>
        <p:spPr>
          <a:xfrm>
            <a:off x="4608575" y="3703320"/>
            <a:ext cx="2971800" cy="261610"/>
          </a:xfrm>
          <a:prstGeom prst="rect">
            <a:avLst/>
          </a:prstGeom>
          <a:noFill/>
        </p:spPr>
        <p:txBody>
          <a:bodyPr wrap="square" lIns="0" tIns="0" rIns="0" bIns="0" anchor="t">
            <a:spAutoFit/>
          </a:bodyPr>
          <a:lstStyle/>
          <a:p>
            <a:pPr algn="l"/>
            <a:r>
              <a:rPr sz="1700" b="1" dirty="0">
                <a:solidFill>
                  <a:schemeClr val="tx2"/>
                </a:solidFill>
                <a:latin typeface="Segoe UI"/>
              </a:rPr>
              <a:t>Gateway control</a:t>
            </a:r>
          </a:p>
        </p:txBody>
      </p:sp>
      <p:sp>
        <p:nvSpPr>
          <p:cNvPr id="11" name="TextBox 10"/>
          <p:cNvSpPr txBox="1"/>
          <p:nvPr/>
        </p:nvSpPr>
        <p:spPr>
          <a:xfrm>
            <a:off x="4608575" y="4297680"/>
            <a:ext cx="2971800" cy="1280160"/>
          </a:xfrm>
          <a:prstGeom prst="rect">
            <a:avLst/>
          </a:prstGeom>
          <a:noFill/>
        </p:spPr>
        <p:txBody>
          <a:bodyPr wrap="square" lIns="0" tIns="0" rIns="0" bIns="0" anchor="t">
            <a:spAutoFit/>
          </a:bodyPr>
          <a:lstStyle/>
          <a:p>
            <a:pPr algn="l"/>
            <a:r>
              <a:rPr sz="1350" b="0">
                <a:solidFill>
                  <a:srgbClr val="595959"/>
                </a:solidFill>
                <a:latin typeface="Segoe UI"/>
              </a:rPr>
              <a:t>Token tracking &amp; throttling at the APIM gateway</a:t>
            </a:r>
          </a:p>
        </p:txBody>
      </p:sp>
      <p:sp>
        <p:nvSpPr>
          <p:cNvPr id="12" name="Rounded Rectangle 11"/>
          <p:cNvSpPr/>
          <p:nvPr/>
        </p:nvSpPr>
        <p:spPr>
          <a:xfrm>
            <a:off x="8083296" y="2606040"/>
            <a:ext cx="3520440" cy="3246120"/>
          </a:xfrm>
          <a:prstGeom prst="roundRect">
            <a:avLst/>
          </a:prstGeom>
          <a:solidFill>
            <a:srgbClr val="EFF6FC"/>
          </a:solidFill>
          <a:ln w="12700">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8357616" y="2926080"/>
            <a:ext cx="566928" cy="566928"/>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200" b="1">
                <a:solidFill>
                  <a:srgbClr val="FFFFFF"/>
                </a:solidFill>
                <a:latin typeface="Segoe UI"/>
              </a:rPr>
              <a:t>3</a:t>
            </a:r>
          </a:p>
        </p:txBody>
      </p:sp>
      <p:sp>
        <p:nvSpPr>
          <p:cNvPr id="14" name="TextBox 13"/>
          <p:cNvSpPr txBox="1"/>
          <p:nvPr/>
        </p:nvSpPr>
        <p:spPr>
          <a:xfrm>
            <a:off x="8357616" y="3703320"/>
            <a:ext cx="2971800" cy="261610"/>
          </a:xfrm>
          <a:prstGeom prst="rect">
            <a:avLst/>
          </a:prstGeom>
          <a:noFill/>
        </p:spPr>
        <p:txBody>
          <a:bodyPr wrap="square" lIns="0" tIns="0" rIns="0" bIns="0" anchor="t">
            <a:spAutoFit/>
          </a:bodyPr>
          <a:lstStyle/>
          <a:p>
            <a:pPr algn="l"/>
            <a:r>
              <a:rPr sz="1700" b="1" dirty="0">
                <a:solidFill>
                  <a:schemeClr val="tx2"/>
                </a:solidFill>
                <a:latin typeface="Segoe UI"/>
              </a:rPr>
              <a:t>Trim the waste</a:t>
            </a:r>
          </a:p>
        </p:txBody>
      </p:sp>
      <p:sp>
        <p:nvSpPr>
          <p:cNvPr id="15" name="TextBox 14"/>
          <p:cNvSpPr txBox="1"/>
          <p:nvPr/>
        </p:nvSpPr>
        <p:spPr>
          <a:xfrm>
            <a:off x="8357616" y="4297680"/>
            <a:ext cx="2971800" cy="1280160"/>
          </a:xfrm>
          <a:prstGeom prst="rect">
            <a:avLst/>
          </a:prstGeom>
          <a:noFill/>
        </p:spPr>
        <p:txBody>
          <a:bodyPr wrap="square" lIns="0" tIns="0" rIns="0" bIns="0" anchor="t">
            <a:spAutoFit/>
          </a:bodyPr>
          <a:lstStyle/>
          <a:p>
            <a:pPr algn="l"/>
            <a:r>
              <a:rPr sz="1350" b="0">
                <a:solidFill>
                  <a:srgbClr val="595959"/>
                </a:solidFill>
                <a:latin typeface="Segoe UI"/>
              </a:rPr>
              <a:t>Auto-shutdown non-prod; cost allocated per project</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r>
              <a:rPr dirty="0"/>
              <a:t>How we advise customers to start</a:t>
            </a:r>
          </a:p>
        </p:txBody>
      </p:sp>
      <p:sp>
        <p:nvSpPr>
          <p:cNvPr id="3" name="Text Placeholder 2"/>
          <p:cNvSpPr>
            <a:spLocks noGrp="1"/>
          </p:cNvSpPr>
          <p:nvPr>
            <p:ph type="body" sz="quarter" idx="11"/>
          </p:nvPr>
        </p:nvSpPr>
        <p:spPr/>
        <p:txBody>
          <a:bodyPr wrap="square">
            <a:normAutofit/>
          </a:bodyPr>
          <a:lstStyle/>
          <a:p>
            <a:r>
              <a:rPr dirty="0"/>
              <a:t>Start from the reference architecture — don’t build from scratch</a:t>
            </a:r>
          </a:p>
          <a:p>
            <a:r>
              <a:rPr dirty="0"/>
              <a:t>Deploy your way: Portal, Bicep or Terraform</a:t>
            </a:r>
          </a:p>
          <a:p>
            <a:r>
              <a:rPr dirty="0"/>
              <a:t>Use the Design Checklist for greenfield &amp; brownfield</a:t>
            </a:r>
          </a:p>
          <a:p>
            <a:r>
              <a:rPr dirty="0"/>
              <a:t>Anchor decisions in CAF and WAF</a:t>
            </a:r>
          </a:p>
          <a:p>
            <a:r>
              <a:rPr dirty="0"/>
              <a:t>Govern from day one — then scale securely, project by project</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288D8B-470A-0D95-AAF3-D6782FA1093D}"/>
              </a:ext>
            </a:extLst>
          </p:cNvPr>
          <p:cNvSpPr>
            <a:spLocks noGrp="1"/>
          </p:cNvSpPr>
          <p:nvPr>
            <p:ph type="title"/>
          </p:nvPr>
        </p:nvSpPr>
        <p:spPr/>
        <p:txBody>
          <a:bodyPr/>
          <a:lstStyle/>
          <a:p>
            <a:pPr algn="l"/>
            <a:r>
              <a:rPr sz="3400" b="1">
                <a:solidFill>
                  <a:srgbClr val="0D3063"/>
                </a:solidFill>
              </a:rPr>
              <a:t>LINKS</a:t>
            </a:r>
          </a:p>
        </p:txBody>
      </p:sp>
      <p:sp>
        <p:nvSpPr>
          <p:cNvPr id="3" name="Rectangle 2"/>
          <p:cNvSpPr/>
          <p:nvPr/>
        </p:nvSpPr>
        <p:spPr>
          <a:xfrm>
            <a:off x="-327454" y="0"/>
            <a:ext cx="4785154" cy="6903720"/>
          </a:xfrm>
          <a:prstGeom prst="rect">
            <a:avLst/>
          </a:prstGeom>
          <a:solidFill>
            <a:srgbClr val="0D00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411480" y="5212080"/>
            <a:ext cx="2468880" cy="246888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3611880" y="-502920"/>
            <a:ext cx="1691640" cy="169164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868680" y="1691640"/>
            <a:ext cx="2514600" cy="2514600"/>
          </a:xfrm>
          <a:prstGeom prst="ellipse">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65359" y="2682419"/>
            <a:ext cx="1848583" cy="553998"/>
          </a:xfrm>
          <a:prstGeom prst="rect">
            <a:avLst/>
          </a:prstGeom>
          <a:noFill/>
        </p:spPr>
        <p:txBody>
          <a:bodyPr wrap="none">
            <a:spAutoFit/>
          </a:bodyPr>
          <a:lstStyle/>
          <a:p>
            <a:pPr algn="l"/>
            <a:r>
              <a:rPr lang="en-US" sz="3000" b="1" dirty="0">
                <a:solidFill>
                  <a:srgbClr val="FFFFFF"/>
                </a:solidFill>
              </a:rPr>
              <a:t>       Links</a:t>
            </a:r>
          </a:p>
        </p:txBody>
      </p:sp>
      <p:sp>
        <p:nvSpPr>
          <p:cNvPr id="8" name="Rounded Rectangle 7"/>
          <p:cNvSpPr/>
          <p:nvPr/>
        </p:nvSpPr>
        <p:spPr>
          <a:xfrm>
            <a:off x="5910943" y="1371600"/>
            <a:ext cx="2350008" cy="4114800"/>
          </a:xfrm>
          <a:prstGeom prst="roundRect">
            <a:avLst/>
          </a:prstGeom>
          <a:solidFill>
            <a:srgbClr val="F3F6FC"/>
          </a:solidFill>
          <a:ln w="15240">
            <a:solidFill>
              <a:srgbClr val="C7D6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146748" y="1463040"/>
            <a:ext cx="1878398" cy="292388"/>
          </a:xfrm>
          <a:prstGeom prst="rect">
            <a:avLst/>
          </a:prstGeom>
          <a:noFill/>
        </p:spPr>
        <p:txBody>
          <a:bodyPr wrap="none">
            <a:spAutoFit/>
          </a:bodyPr>
          <a:lstStyle/>
          <a:p>
            <a:pPr algn="ctr"/>
            <a:r>
              <a:rPr sz="1300" b="1" dirty="0">
                <a:solidFill>
                  <a:srgbClr val="17427A"/>
                </a:solidFill>
                <a:hlinkClick r:id="rId2"/>
              </a:rPr>
              <a:t>AI Landing Zone repo</a:t>
            </a:r>
            <a:endParaRPr sz="1300" b="1" dirty="0">
              <a:solidFill>
                <a:srgbClr val="17427A"/>
              </a:solidFill>
            </a:endParaRPr>
          </a:p>
        </p:txBody>
      </p:sp>
      <p:sp>
        <p:nvSpPr>
          <p:cNvPr id="10" name="Rectangle 9"/>
          <p:cNvSpPr/>
          <p:nvPr/>
        </p:nvSpPr>
        <p:spPr>
          <a:xfrm>
            <a:off x="6112111" y="2563039"/>
            <a:ext cx="1920240" cy="1920240"/>
          </a:xfrm>
          <a:prstGeom prst="rect">
            <a:avLst/>
          </a:prstGeom>
          <a:solidFill>
            <a:srgbClr val="FFFFFF"/>
          </a:solidFill>
          <a:ln w="15240">
            <a:solidFill>
              <a:srgbClr val="A4BD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Picture 10" descr="image.png"/>
          <p:cNvPicPr>
            <a:picLocks noChangeAspect="1"/>
          </p:cNvPicPr>
          <p:nvPr/>
        </p:nvPicPr>
        <p:blipFill>
          <a:blip r:embed="rId3"/>
          <a:stretch>
            <a:fillRect/>
          </a:stretch>
        </p:blipFill>
        <p:spPr>
          <a:xfrm>
            <a:off x="6221839" y="2663623"/>
            <a:ext cx="1719072" cy="1719072"/>
          </a:xfrm>
          <a:prstGeom prst="rect">
            <a:avLst/>
          </a:prstGeom>
        </p:spPr>
      </p:pic>
      <p:sp>
        <p:nvSpPr>
          <p:cNvPr id="12" name="Rounded Rectangle 11"/>
          <p:cNvSpPr/>
          <p:nvPr/>
        </p:nvSpPr>
        <p:spPr>
          <a:xfrm>
            <a:off x="8462119" y="1371600"/>
            <a:ext cx="2350008" cy="4114800"/>
          </a:xfrm>
          <a:prstGeom prst="roundRect">
            <a:avLst/>
          </a:prstGeom>
          <a:solidFill>
            <a:srgbClr val="F3F6FC"/>
          </a:solidFill>
          <a:ln w="15240">
            <a:solidFill>
              <a:srgbClr val="C7D6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068217" y="1463040"/>
            <a:ext cx="1137812" cy="292388"/>
          </a:xfrm>
          <a:prstGeom prst="rect">
            <a:avLst/>
          </a:prstGeom>
          <a:noFill/>
        </p:spPr>
        <p:txBody>
          <a:bodyPr wrap="none">
            <a:spAutoFit/>
          </a:bodyPr>
          <a:lstStyle/>
          <a:p>
            <a:pPr algn="ctr"/>
            <a:r>
              <a:rPr sz="1300" b="1" dirty="0">
                <a:solidFill>
                  <a:srgbClr val="17427A"/>
                </a:solidFill>
                <a:hlinkClick r:id="rId4"/>
              </a:rPr>
              <a:t>Citadel repo</a:t>
            </a:r>
            <a:endParaRPr sz="1300" b="1" dirty="0">
              <a:solidFill>
                <a:srgbClr val="17427A"/>
              </a:solidFill>
            </a:endParaRPr>
          </a:p>
        </p:txBody>
      </p:sp>
      <p:sp>
        <p:nvSpPr>
          <p:cNvPr id="14" name="Rectangle 13"/>
          <p:cNvSpPr/>
          <p:nvPr/>
        </p:nvSpPr>
        <p:spPr>
          <a:xfrm>
            <a:off x="8672431" y="2563039"/>
            <a:ext cx="1920240" cy="1920240"/>
          </a:xfrm>
          <a:prstGeom prst="rect">
            <a:avLst/>
          </a:prstGeom>
          <a:solidFill>
            <a:srgbClr val="FFFFFF"/>
          </a:solidFill>
          <a:ln w="15240">
            <a:solidFill>
              <a:srgbClr val="A4BD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 name="Picture 14" descr="image.png"/>
          <p:cNvPicPr>
            <a:picLocks noChangeAspect="1"/>
          </p:cNvPicPr>
          <p:nvPr/>
        </p:nvPicPr>
        <p:blipFill>
          <a:blip r:embed="rId5"/>
          <a:stretch>
            <a:fillRect/>
          </a:stretch>
        </p:blipFill>
        <p:spPr>
          <a:xfrm>
            <a:off x="8773015" y="2663623"/>
            <a:ext cx="1719072" cy="1719072"/>
          </a:xfrm>
          <a:prstGeom prst="rect">
            <a:avLst/>
          </a:prstGeom>
        </p:spPr>
      </p:pic>
    </p:spTree>
    <p:extLst>
      <p:ext uri="{BB962C8B-B14F-4D97-AF65-F5344CB8AC3E}">
        <p14:creationId xmlns:p14="http://schemas.microsoft.com/office/powerpoint/2010/main" val="1706109554"/>
      </p:ext>
    </p:extLst>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0D0061"/>
        </a:solidFill>
        <a:effectLst/>
      </p:bgPr>
    </p:bg>
    <p:spTree>
      <p:nvGrpSpPr>
        <p:cNvPr id="1" name="">
          <a:extLst>
            <a:ext uri="{FF2B5EF4-FFF2-40B4-BE49-F238E27FC236}">
              <a16:creationId xmlns:a16="http://schemas.microsoft.com/office/drawing/2014/main" id="{52DFC6BF-4EB4-50C7-70DA-F0BDFC10A5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468925-E994-0539-FB5D-7234CCE78E61}"/>
              </a:ext>
            </a:extLst>
          </p:cNvPr>
          <p:cNvSpPr>
            <a:spLocks noGrp="1"/>
          </p:cNvSpPr>
          <p:nvPr>
            <p:ph type="title"/>
          </p:nvPr>
        </p:nvSpPr>
        <p:spPr/>
        <p:txBody>
          <a:bodyPr/>
          <a:lstStyle/>
          <a:p>
            <a:r>
              <a:rPr>
                <a:solidFill>
                  <a:srgbClr val="FFFFFF"/>
                </a:solidFill>
              </a:rPr>
              <a:t>Q&amp;A</a:t>
            </a:r>
          </a:p>
        </p:txBody>
      </p:sp>
      <p:sp>
        <p:nvSpPr>
          <p:cNvPr id="3" name="Text Placeholder 2">
            <a:extLst>
              <a:ext uri="{FF2B5EF4-FFF2-40B4-BE49-F238E27FC236}">
                <a16:creationId xmlns:a16="http://schemas.microsoft.com/office/drawing/2014/main" id="{6A2DB0A3-2953-D9BA-A946-9A6A26EC710A}"/>
              </a:ext>
            </a:extLst>
          </p:cNvPr>
          <p:cNvSpPr>
            <a:spLocks noGrp="1"/>
          </p:cNvSpPr>
          <p:nvPr>
            <p:ph type="body" sz="quarter" idx="12"/>
          </p:nvPr>
        </p:nvSpPr>
        <p:spPr/>
        <p:txBody>
          <a:bodyPr/>
          <a:lstStyle/>
          <a:p>
            <a:r>
              <a:rPr dirty="0">
                <a:solidFill>
                  <a:srgbClr val="FFFFFF"/>
                </a:solidFill>
              </a:rPr>
              <a:t>Christina Pardali</a:t>
            </a:r>
          </a:p>
        </p:txBody>
      </p:sp>
      <p:sp>
        <p:nvSpPr>
          <p:cNvPr id="4" name="Text Placeholder 3">
            <a:extLst>
              <a:ext uri="{FF2B5EF4-FFF2-40B4-BE49-F238E27FC236}">
                <a16:creationId xmlns:a16="http://schemas.microsoft.com/office/drawing/2014/main" id="{AAB032A8-4B46-C8D5-8AF2-C39A73FD4006}"/>
              </a:ext>
            </a:extLst>
          </p:cNvPr>
          <p:cNvSpPr>
            <a:spLocks noGrp="1"/>
          </p:cNvSpPr>
          <p:nvPr>
            <p:ph type="body" sz="quarter" idx="13"/>
          </p:nvPr>
        </p:nvSpPr>
        <p:spPr/>
        <p:txBody>
          <a:bodyPr/>
          <a:lstStyle/>
          <a:p>
            <a:r>
              <a:rPr dirty="0">
                <a:solidFill>
                  <a:srgbClr val="FFFFFF"/>
                </a:solidFill>
              </a:rPr>
              <a:t>github.com/Azure/AI-Landing-Zones</a:t>
            </a:r>
          </a:p>
        </p:txBody>
      </p:sp>
    </p:spTree>
    <p:extLst>
      <p:ext uri="{BB962C8B-B14F-4D97-AF65-F5344CB8AC3E}">
        <p14:creationId xmlns:p14="http://schemas.microsoft.com/office/powerpoint/2010/main" val="206561884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0D0061"/>
        </a:solidFill>
        <a:effectLst/>
      </p:bgPr>
    </p:bg>
    <p:spTree>
      <p:nvGrpSpPr>
        <p:cNvPr id="1" name="">
          <a:extLst>
            <a:ext uri="{FF2B5EF4-FFF2-40B4-BE49-F238E27FC236}">
              <a16:creationId xmlns:a16="http://schemas.microsoft.com/office/drawing/2014/main" id="{76AE661E-691C-67E2-8612-BD9A66F1E3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788CC3-5519-3452-8BD7-BC198441E95E}"/>
              </a:ext>
            </a:extLst>
          </p:cNvPr>
          <p:cNvSpPr>
            <a:spLocks noGrp="1"/>
          </p:cNvSpPr>
          <p:nvPr>
            <p:ph type="title"/>
          </p:nvPr>
        </p:nvSpPr>
        <p:spPr/>
        <p:txBody>
          <a:bodyPr/>
          <a:lstStyle/>
          <a:p>
            <a:r>
              <a:rPr dirty="0">
                <a:solidFill>
                  <a:srgbClr val="FFFFFF"/>
                </a:solidFill>
              </a:rPr>
              <a:t>Thank you</a:t>
            </a:r>
          </a:p>
        </p:txBody>
      </p:sp>
      <p:sp>
        <p:nvSpPr>
          <p:cNvPr id="3" name="Text Placeholder 2">
            <a:extLst>
              <a:ext uri="{FF2B5EF4-FFF2-40B4-BE49-F238E27FC236}">
                <a16:creationId xmlns:a16="http://schemas.microsoft.com/office/drawing/2014/main" id="{4BCF3F23-1AB5-4829-C1AF-6CB9926B8FF8}"/>
              </a:ext>
            </a:extLst>
          </p:cNvPr>
          <p:cNvSpPr>
            <a:spLocks noGrp="1"/>
          </p:cNvSpPr>
          <p:nvPr>
            <p:ph type="body" sz="quarter" idx="12"/>
          </p:nvPr>
        </p:nvSpPr>
        <p:spPr/>
        <p:txBody>
          <a:bodyPr/>
          <a:lstStyle/>
          <a:p>
            <a:r>
              <a:rPr dirty="0">
                <a:solidFill>
                  <a:srgbClr val="FFFFFF"/>
                </a:solidFill>
              </a:rPr>
              <a:t>Christina Pardali</a:t>
            </a:r>
          </a:p>
        </p:txBody>
      </p:sp>
      <p:sp>
        <p:nvSpPr>
          <p:cNvPr id="4" name="Text Placeholder 3">
            <a:extLst>
              <a:ext uri="{FF2B5EF4-FFF2-40B4-BE49-F238E27FC236}">
                <a16:creationId xmlns:a16="http://schemas.microsoft.com/office/drawing/2014/main" id="{F356270B-FFC3-5B4B-3148-339AFBF2E340}"/>
              </a:ext>
            </a:extLst>
          </p:cNvPr>
          <p:cNvSpPr>
            <a:spLocks noGrp="1"/>
          </p:cNvSpPr>
          <p:nvPr>
            <p:ph type="body" sz="quarter" idx="13"/>
          </p:nvPr>
        </p:nvSpPr>
        <p:spPr/>
        <p:txBody>
          <a:bodyPr/>
          <a:lstStyle/>
          <a:p>
            <a:r>
              <a:rPr>
                <a:solidFill>
                  <a:srgbClr val="FFFFFF"/>
                </a:solidFill>
              </a:rPr>
              <a:t>github.com/Azure/AI-Landing-Zones</a:t>
            </a:r>
          </a:p>
        </p:txBody>
      </p:sp>
      <p:sp>
        <p:nvSpPr>
          <p:cNvPr id="5" name="LinkedIn Connect Card"/>
          <p:cNvSpPr/>
          <p:nvPr/>
        </p:nvSpPr>
        <p:spPr>
          <a:xfrm>
            <a:off x="6854971" y="1743840"/>
            <a:ext cx="3400000" cy="3760000"/>
          </a:xfrm>
          <a:prstGeom prst="roundRect">
            <a:avLst/>
          </a:prstGeom>
          <a:solidFill>
            <a:srgbClr val="FFFFFF"/>
          </a:solidFill>
          <a:ln w="15875">
            <a:solidFill>
              <a:srgbClr val="10069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LinkedIn Connect Heading"/>
          <p:cNvSpPr txBox="1"/>
          <p:nvPr/>
        </p:nvSpPr>
        <p:spPr>
          <a:xfrm>
            <a:off x="6854971" y="1863840"/>
            <a:ext cx="3400000" cy="560000"/>
          </a:xfrm>
          <a:prstGeom prst="rect">
            <a:avLst/>
          </a:prstGeom>
          <a:noFill/>
        </p:spPr>
        <p:txBody>
          <a:bodyPr wrap="square">
            <a:spAutoFit/>
          </a:bodyPr>
          <a:lstStyle/>
          <a:p>
            <a:pPr algn="ctr"/>
            <a:r>
              <a:rPr sz="1800" b="1">
                <a:solidFill>
                  <a:srgbClr val="10069F"/>
                </a:solidFill>
              </a:rPr>
              <a:t>Let's connect on LinkedIn</a:t>
            </a:r>
          </a:p>
        </p:txBody>
      </p:sp>
      <p:pic>
        <p:nvPicPr>
          <p:cNvPr id="7" name="LinkedIn QR" descr="linkedin_qr.png">
            <a:hlinkClick r:id="rId2"/>
          </p:cNvPr>
          <p:cNvPicPr>
            <a:picLocks noChangeAspect="1"/>
          </p:cNvPicPr>
          <p:nvPr/>
        </p:nvPicPr>
        <p:blipFill>
          <a:blip r:embed="rId3"/>
          <a:stretch>
            <a:fillRect/>
          </a:stretch>
        </p:blipFill>
        <p:spPr>
          <a:xfrm>
            <a:off x="7454971" y="2503840"/>
            <a:ext cx="2200000" cy="2200000"/>
          </a:xfrm>
          <a:prstGeom prst="rect">
            <a:avLst/>
          </a:prstGeom>
        </p:spPr>
      </p:pic>
      <p:sp>
        <p:nvSpPr>
          <p:cNvPr id="8" name="LinkedIn Caption"/>
          <p:cNvSpPr txBox="1"/>
          <p:nvPr/>
        </p:nvSpPr>
        <p:spPr>
          <a:xfrm>
            <a:off x="6854971" y="4803840"/>
            <a:ext cx="3400000" cy="560000"/>
          </a:xfrm>
          <a:prstGeom prst="rect">
            <a:avLst/>
          </a:prstGeom>
          <a:noFill/>
        </p:spPr>
        <p:txBody>
          <a:bodyPr wrap="square">
            <a:spAutoFit/>
          </a:bodyPr>
          <a:lstStyle/>
          <a:p>
            <a:pPr algn="ctr"/>
            <a:r>
              <a:rPr sz="1300" b="1">
                <a:solidFill>
                  <a:srgbClr val="10069F"/>
                </a:solidFill>
              </a:rPr>
              <a:t>Christina Pardali</a:t>
            </a:r>
          </a:p>
          <a:p>
            <a:pPr algn="ctr"/>
            <a:r>
              <a:rPr sz="1000">
                <a:solidFill>
                  <a:srgbClr val="606060"/>
                </a:solidFill>
                <a:hlinkClick r:id="rId2"/>
              </a:rPr>
              <a:t>linkedin.com/in/christina-pardali</a:t>
            </a:r>
          </a:p>
        </p:txBody>
      </p:sp>
    </p:spTree>
    <p:extLst>
      <p:ext uri="{BB962C8B-B14F-4D97-AF65-F5344CB8AC3E}">
        <p14:creationId xmlns:p14="http://schemas.microsoft.com/office/powerpoint/2010/main" val="3517122600"/>
      </p:ext>
    </p:extLst>
  </p:cSld>
  <p:clrMapOvr>
    <a:masterClrMapping/>
  </p:clrMapOvr>
</p:sld>
</file>

<file path=ppt/theme/theme1.xml><?xml version="1.0" encoding="utf-8"?>
<a:theme xmlns:a="http://schemas.openxmlformats.org/drawingml/2006/main" name="Azure 2023 Template">
  <a:themeElements>
    <a:clrScheme name="Azure brand 2603">
      <a:dk1>
        <a:srgbClr val="000000"/>
      </a:dk1>
      <a:lt1>
        <a:srgbClr val="FFFFFF"/>
      </a:lt1>
      <a:dk2>
        <a:srgbClr val="0000B3"/>
      </a:dk2>
      <a:lt2>
        <a:srgbClr val="D9D9D6"/>
      </a:lt2>
      <a:accent1>
        <a:srgbClr val="1A00E2"/>
      </a:accent1>
      <a:accent2>
        <a:srgbClr val="00BBC3"/>
      </a:accent2>
      <a:accent3>
        <a:srgbClr val="D12ACA"/>
      </a:accent3>
      <a:accent4>
        <a:srgbClr val="0078D4"/>
      </a:accent4>
      <a:accent5>
        <a:srgbClr val="0D0061"/>
      </a:accent5>
      <a:accent6>
        <a:srgbClr val="5D52EC"/>
      </a:accent6>
      <a:hlink>
        <a:srgbClr val="0000B3"/>
      </a:hlink>
      <a:folHlink>
        <a:srgbClr val="0D0061"/>
      </a:folHlink>
    </a:clrScheme>
    <a:fontScheme name="Custom 3">
      <a:majorFont>
        <a:latin typeface="Segoe UI"/>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rgbClr val="FFFFFF"/>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Brown">
      <a:srgbClr val="E1D3C7"/>
    </a:custClr>
    <a:custClr name="Light Yellow">
      <a:srgbClr val="FFE399"/>
    </a:custClr>
    <a:custClr name="Light Orange">
      <a:srgbClr val="FFA38B"/>
    </a:custClr>
    <a:custClr name="Light Red">
      <a:srgbClr val="FFB3BB"/>
    </a:custClr>
    <a:custClr name="Light Magenta">
      <a:srgbClr val="D59ED7"/>
    </a:custClr>
    <a:custClr name="Light Purple">
      <a:srgbClr val="C5B4E3"/>
    </a:custClr>
    <a:custClr name="Light Blue">
      <a:srgbClr val="8DC8E8"/>
    </a:custClr>
    <a:custClr name="Light Teal">
      <a:srgbClr val="B9DCD2"/>
    </a:custClr>
    <a:custClr name="Light Green">
      <a:srgbClr val="D4EC8E"/>
    </a:custClr>
    <a:custClr name="Blue Black">
      <a:srgbClr val="091F2C"/>
    </a:custClr>
    <a:custClr name="Brown">
      <a:srgbClr val="BF9474"/>
    </a:custClr>
    <a:custClr name="Yellow">
      <a:srgbClr val="FFB900"/>
    </a:custClr>
    <a:custClr name="Orange">
      <a:srgbClr val="FF5C39"/>
    </a:custClr>
    <a:custClr name="Red">
      <a:srgbClr val="F4364C"/>
    </a:custClr>
    <a:custClr name="Magenta">
      <a:srgbClr val="C03BC4"/>
    </a:custClr>
    <a:custClr name="Purple">
      <a:srgbClr val="8661C5"/>
    </a:custClr>
    <a:custClr name="Blue">
      <a:srgbClr val="0078D4"/>
    </a:custClr>
    <a:custClr name="Teal">
      <a:srgbClr val="49C5B1"/>
    </a:custClr>
    <a:custClr name="Green">
      <a:srgbClr val="8DE971"/>
    </a:custClr>
    <a:custClr name="Rich Black">
      <a:srgbClr val="000000"/>
    </a:custClr>
    <a:custClr name="Dark Brown">
      <a:srgbClr val="5C4738"/>
    </a:custClr>
    <a:custClr name="Dark Yellow">
      <a:srgbClr val="7F5A1A"/>
    </a:custClr>
    <a:custClr name="Dark Orange">
      <a:srgbClr val="73391D"/>
    </a:custClr>
    <a:custClr name="Dark Red">
      <a:srgbClr val="73262F"/>
    </a:custClr>
    <a:custClr name="Dark Magenta">
      <a:srgbClr val="702573"/>
    </a:custClr>
    <a:custClr name="Dark Purple">
      <a:srgbClr val="463668"/>
    </a:custClr>
    <a:custClr name="Dark Blue">
      <a:srgbClr val="2A446F"/>
    </a:custClr>
    <a:custClr name="Dark Teal">
      <a:srgbClr val="225B62"/>
    </a:custClr>
    <a:custClr name="Dark Green">
      <a:srgbClr val="07641D"/>
    </a:custClr>
    <a:custClr name="Brown Black">
      <a:srgbClr val="291817"/>
    </a:custClr>
    <a:custClr name="Pure White">
      <a:srgbClr val="FFFFFF"/>
    </a:custClr>
    <a:custClr name="Off White">
      <a:srgbClr val="F4F3F5"/>
    </a:custClr>
    <a:custClr name="Warm White">
      <a:srgbClr val="FFF8F3"/>
    </a:custClr>
    <a:custClr name="Warm Light Gray">
      <a:srgbClr val="E8E6DF"/>
    </a:custClr>
    <a:custClr name="Mid Gray">
      <a:srgbClr val="D7D2CB"/>
    </a:custClr>
    <a:custClr name="Warm Gray">
      <a:srgbClr val="8C8279"/>
    </a:custClr>
    <a:custClr name="Light Gray">
      <a:srgbClr val="D9D9D6"/>
    </a:custClr>
    <a:custClr name="Cool Gray">
      <a:srgbClr val="B1B3B3"/>
    </a:custClr>
    <a:custClr name="Dark Gray">
      <a:srgbClr val="454142"/>
    </a:custClr>
    <a:custClr name="Pure White">
      <a:srgbClr val="FFFFFF"/>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Lst>
  <a:extLst>
    <a:ext uri="{05A4C25C-085E-4340-85A3-A5531E510DB2}">
      <thm15:themeFamily xmlns:thm15="http://schemas.microsoft.com/office/thememl/2012/main" name="Presentation1" id="{0EE44026-8EF2-4481-9EC2-E0EE7F30F74B}" vid="{282A243A-EF18-4FA1-886E-92BF26AB74A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custClrLst>
    <a:custClr name="Light Orange">
      <a:srgbClr val="FF9349"/>
    </a:custClr>
    <a:custClr name="Light Yellow">
      <a:srgbClr val="FEF000"/>
    </a:custClr>
    <a:custClr name="Light Green">
      <a:srgbClr val="9BF00B"/>
    </a:custClr>
    <a:custClr name="Light Teal">
      <a:srgbClr val="30E5D0"/>
    </a:custClr>
    <a:custClr name="Light Blue">
      <a:srgbClr val="50E6FF"/>
    </a:custClr>
    <a:custClr name="Light Purple">
      <a:srgbClr val="D59DFF"/>
    </a:custClr>
    <a:custClr name="White">
      <a:srgbClr val="FFFFFF"/>
    </a:custClr>
    <a:custClr name="Extra Light Gray">
      <a:srgbClr val="F2F2F2"/>
    </a:custClr>
    <a:custClr name="Light Gray">
      <a:srgbClr val="E6E6E6"/>
    </a:custClr>
    <a:custClr name="Gray">
      <a:srgbClr val="D2D2D2"/>
    </a:custClr>
    <a:custClr name="Orange">
      <a:srgbClr val="D83B01"/>
    </a:custClr>
    <a:custClr name="Yellow">
      <a:srgbClr val="FFB900"/>
    </a:custClr>
    <a:custClr name="Green">
      <a:srgbClr val="107C10"/>
    </a:custClr>
    <a:custClr name="Teal">
      <a:srgbClr val="008575"/>
    </a:custClr>
    <a:custClr name="Blue">
      <a:srgbClr val="0078D4"/>
    </a:custClr>
    <a:custClr name="Purple">
      <a:srgbClr val="8661C5"/>
    </a:custClr>
    <a:custClr name="Mid Gray">
      <a:srgbClr val="737373"/>
    </a:custClr>
    <a:custClr name="Dark Gray">
      <a:srgbClr val="505050"/>
    </a:custClr>
    <a:custClr name="Extra Dark Gray">
      <a:srgbClr val="2F2F2F"/>
    </a:custClr>
    <a:custClr name="Rick Black">
      <a:srgbClr val="000000"/>
    </a:custClr>
    <a:custClr name="Dark Orange">
      <a:srgbClr val="6B2929"/>
    </a:custClr>
    <a:custClr name="Dark Yellow">
      <a:srgbClr val="6A4B16"/>
    </a:custClr>
    <a:custClr name="Dark Green">
      <a:srgbClr val="054B16"/>
    </a:custClr>
    <a:custClr name="Dark Teal">
      <a:srgbClr val="274B47"/>
    </a:custClr>
    <a:custClr name="Dark Blue">
      <a:srgbClr val="243A5E"/>
    </a:custClr>
    <a:custClr name="Dark Purple">
      <a:srgbClr val="3B2E58"/>
    </a:custClr>
  </a:custClr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custClrLst>
    <a:custClr name="Light Orange">
      <a:srgbClr val="FF9349"/>
    </a:custClr>
    <a:custClr name="Light Yellow">
      <a:srgbClr val="FEF000"/>
    </a:custClr>
    <a:custClr name="Light Green">
      <a:srgbClr val="9BF00B"/>
    </a:custClr>
    <a:custClr name="Light Teal">
      <a:srgbClr val="30E5D0"/>
    </a:custClr>
    <a:custClr name="Light Blue">
      <a:srgbClr val="50E6FF"/>
    </a:custClr>
    <a:custClr name="Light Purple">
      <a:srgbClr val="D59DFF"/>
    </a:custClr>
    <a:custClr name="White">
      <a:srgbClr val="FFFFFF"/>
    </a:custClr>
    <a:custClr name="Extra Light Gray">
      <a:srgbClr val="F2F2F2"/>
    </a:custClr>
    <a:custClr name="Light Gray">
      <a:srgbClr val="E6E6E6"/>
    </a:custClr>
    <a:custClr name="Gray">
      <a:srgbClr val="D2D2D2"/>
    </a:custClr>
    <a:custClr name="Orange">
      <a:srgbClr val="D83B01"/>
    </a:custClr>
    <a:custClr name="Yellow">
      <a:srgbClr val="FFB900"/>
    </a:custClr>
    <a:custClr name="Green">
      <a:srgbClr val="107C10"/>
    </a:custClr>
    <a:custClr name="Teal">
      <a:srgbClr val="008575"/>
    </a:custClr>
    <a:custClr name="Blue">
      <a:srgbClr val="0078D4"/>
    </a:custClr>
    <a:custClr name="Purple">
      <a:srgbClr val="8661C5"/>
    </a:custClr>
    <a:custClr name="Mid Gray">
      <a:srgbClr val="737373"/>
    </a:custClr>
    <a:custClr name="Dark Gray">
      <a:srgbClr val="505050"/>
    </a:custClr>
    <a:custClr name="Extra Dark Gray">
      <a:srgbClr val="2F2F2F"/>
    </a:custClr>
    <a:custClr name="Rick Black">
      <a:srgbClr val="000000"/>
    </a:custClr>
    <a:custClr name="Dark Orange">
      <a:srgbClr val="6B2929"/>
    </a:custClr>
    <a:custClr name="Dark Yellow">
      <a:srgbClr val="6A4B16"/>
    </a:custClr>
    <a:custClr name="Dark Green">
      <a:srgbClr val="054B16"/>
    </a:custClr>
    <a:custClr name="Dark Teal">
      <a:srgbClr val="274B47"/>
    </a:custClr>
    <a:custClr name="Dark Blue">
      <a:srgbClr val="243A5E"/>
    </a:custClr>
    <a:custClr name="Dark Purple">
      <a:srgbClr val="3B2E58"/>
    </a:custClr>
  </a:custClr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2854CC1CC9E0444ABD39AD9C3E43AF18" ma:contentTypeVersion="19" ma:contentTypeDescription="Create a new document." ma:contentTypeScope="" ma:versionID="2028ab83711eadc36b1d59730f08b634">
  <xsd:schema xmlns:xsd="http://www.w3.org/2001/XMLSchema" xmlns:xs="http://www.w3.org/2001/XMLSchema" xmlns:p="http://schemas.microsoft.com/office/2006/metadata/properties" xmlns:ns1="http://schemas.microsoft.com/sharepoint/v3" xmlns:ns2="10ab91bb-15c1-4bb1-a414-5f8d49e2474c" xmlns:ns3="695d5325-33a2-4b42-b3d3-b02ffbc12b05" targetNamespace="http://schemas.microsoft.com/office/2006/metadata/properties" ma:root="true" ma:fieldsID="74a5e8e00ddb37a023b2d406fcf5da33" ns1:_="" ns2:_="" ns3:_="">
    <xsd:import namespace="http://schemas.microsoft.com/sharepoint/v3"/>
    <xsd:import namespace="10ab91bb-15c1-4bb1-a414-5f8d49e2474c"/>
    <xsd:import namespace="695d5325-33a2-4b42-b3d3-b02ffbc12b05"/>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element ref="ns2:MediaServiceOCR" minOccurs="0"/>
                <xsd:element ref="ns2:lcf76f155ced4ddcb4097134ff3c332f" minOccurs="0"/>
                <xsd:element ref="ns3:TaxCatchAll" minOccurs="0"/>
                <xsd:element ref="ns2:MediaServiceDocTags" minOccurs="0"/>
                <xsd:element ref="ns2:MediaServiceLocation" minOccurs="0"/>
                <xsd:element ref="ns1:_ip_UnifiedCompliancePolicyProperties" minOccurs="0"/>
                <xsd:element ref="ns1:_ip_UnifiedCompliancePolicyUIAction" minOccurs="0"/>
                <xsd:element ref="ns2:ContentCategory" minOccurs="0"/>
                <xsd:element ref="ns2:MediaServiceBillingMetadata" minOccurs="0"/>
                <xsd:element ref="ns2:Date_x002d_Tim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2" nillable="true" ma:displayName="Unified Compliance Policy Properties" ma:hidden="true" ma:internalName="_ip_UnifiedCompliancePolicyProperties">
      <xsd:simpleType>
        <xsd:restriction base="dms:Note"/>
      </xsd:simpleType>
    </xsd:element>
    <xsd:element name="_ip_UnifiedCompliancePolicyUIAction" ma:index="23"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0ab91bb-15c1-4bb1-a414-5f8d49e2474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OCR" ma:index="16" nillable="true" ma:displayName="Extracted Text" ma:internalName="MediaServiceOCR" ma:readOnly="true">
      <xsd:simpleType>
        <xsd:restriction base="dms:Note">
          <xsd:maxLength value="255"/>
        </xsd:restriction>
      </xsd:simpleType>
    </xsd:element>
    <xsd:element name="lcf76f155ced4ddcb4097134ff3c332f" ma:index="18" nillable="true" ma:taxonomy="true" ma:internalName="lcf76f155ced4ddcb4097134ff3c332f"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DocTags" ma:index="20" nillable="true" ma:displayName="MediaServiceDocTags" ma:hidden="true" ma:internalName="MediaServiceDocTags" ma:readOnly="true">
      <xsd:simpleType>
        <xsd:restriction base="dms:Note"/>
      </xsd:simpleType>
    </xsd:element>
    <xsd:element name="MediaServiceLocation" ma:index="21" nillable="true" ma:displayName="Location" ma:description="" ma:indexed="true" ma:internalName="MediaServiceLocation" ma:readOnly="true">
      <xsd:simpleType>
        <xsd:restriction base="dms:Text"/>
      </xsd:simpleType>
    </xsd:element>
    <xsd:element name="ContentCategory" ma:index="24" nillable="true" ma:displayName="Content Category" ma:format="Dropdown" ma:internalName="ContentCategory">
      <xsd:complexType>
        <xsd:complexContent>
          <xsd:extension base="dms:MultiChoiceFillIn">
            <xsd:sequence>
              <xsd:element name="Value" maxOccurs="unbounded" minOccurs="0" nillable="true">
                <xsd:simpleType>
                  <xsd:union memberTypes="dms:Text">
                    <xsd:simpleType>
                      <xsd:restriction base="dms:Choice">
                        <xsd:enumeration value="3D asset"/>
                        <xsd:enumeration value="B-roll"/>
                        <xsd:enumeration value="Banner Ads"/>
                        <xsd:enumeration value="Banners"/>
                        <xsd:enumeration value="Brand Development"/>
                        <xsd:enumeration value="Creative Direction"/>
                        <xsd:enumeration value="E-book"/>
                        <xsd:enumeration value="E-book Template"/>
                        <xsd:enumeration value="Email"/>
                        <xsd:enumeration value="Flagship"/>
                        <xsd:enumeration value="Guidelines"/>
                        <xsd:enumeration value="Illustration Elements"/>
                        <xsd:enumeration value="Images"/>
                        <xsd:enumeration value="Infographic"/>
                        <xsd:enumeration value="Key Art"/>
                        <xsd:enumeration value="Miscellaneous"/>
                        <xsd:enumeration value="Motion Toolkit"/>
                        <xsd:enumeration value="Photography – Lifestyle"/>
                        <xsd:enumeration value="Photography – Portrait"/>
                        <xsd:enumeration value="PPT"/>
                        <xsd:enumeration value="PPT Template"/>
                        <xsd:enumeration value="Social"/>
                        <xsd:enumeration value="Teams Background"/>
                        <xsd:enumeration value="Training Video"/>
                        <xsd:enumeration value="Update"/>
                        <xsd:enumeration value="Visual Expression"/>
                      </xsd:restriction>
                    </xsd:simpleType>
                  </xsd:union>
                </xsd:simpleType>
              </xsd:element>
            </xsd:sequence>
          </xsd:extension>
        </xsd:complexContent>
      </xsd:complexType>
    </xsd:element>
    <xsd:element name="MediaServiceBillingMetadata" ma:index="25" nillable="true" ma:displayName="MediaServiceBillingMetadata" ma:hidden="true" ma:internalName="MediaServiceBillingMetadata" ma:readOnly="true">
      <xsd:simpleType>
        <xsd:restriction base="dms:Note"/>
      </xsd:simpleType>
    </xsd:element>
    <xsd:element name="Date_x002d_Time" ma:index="26" nillable="true" ma:displayName="Date-Time" ma:format="DateOnly" ma:internalName="Date_x002d_Time">
      <xsd:simpleType>
        <xsd:restriction base="dms:DateTime"/>
      </xsd:simpleType>
    </xsd:element>
  </xsd:schema>
  <xsd:schema xmlns:xsd="http://www.w3.org/2001/XMLSchema" xmlns:xs="http://www.w3.org/2001/XMLSchema" xmlns:dms="http://schemas.microsoft.com/office/2006/documentManagement/types" xmlns:pc="http://schemas.microsoft.com/office/infopath/2007/PartnerControls" targetNamespace="695d5325-33a2-4b42-b3d3-b02ffbc12b05" elementFormDefault="qualified">
    <xsd:import namespace="http://schemas.microsoft.com/office/2006/documentManagement/types"/>
    <xsd:import namespace="http://schemas.microsoft.com/office/infopath/2007/PartnerControls"/>
    <xsd:element name="TaxCatchAll" ma:index="19" nillable="true" ma:displayName="Taxonomy Catch All Column" ma:hidden="true" ma:list="{c042251d-66b4-4312-a1a7-45d0bef28e68}" ma:internalName="TaxCatchAll" ma:showField="CatchAllData" ma:web="695d5325-33a2-4b42-b3d3-b02ffbc12b0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695d5325-33a2-4b42-b3d3-b02ffbc12b05" xsi:nil="true"/>
    <_ip_UnifiedCompliancePolicyUIAction xmlns="http://schemas.microsoft.com/sharepoint/v3" xsi:nil="true"/>
    <_ip_UnifiedCompliancePolicyProperties xmlns="http://schemas.microsoft.com/sharepoint/v3" xsi:nil="true"/>
    <lcf76f155ced4ddcb4097134ff3c332f xmlns="10ab91bb-15c1-4bb1-a414-5f8d49e2474c">
      <Terms xmlns="http://schemas.microsoft.com/office/infopath/2007/PartnerControls"/>
    </lcf76f155ced4ddcb4097134ff3c332f>
    <MediaLengthInSeconds xmlns="10ab91bb-15c1-4bb1-a414-5f8d49e2474c" xsi:nil="true"/>
    <Date_x002d_Time xmlns="10ab91bb-15c1-4bb1-a414-5f8d49e2474c" xsi:nil="true"/>
    <ContentCategory xmlns="10ab91bb-15c1-4bb1-a414-5f8d49e2474c" xsi:nil="true"/>
  </documentManagement>
</p:properties>
</file>

<file path=customXml/itemProps1.xml><?xml version="1.0" encoding="utf-8"?>
<ds:datastoreItem xmlns:ds="http://schemas.openxmlformats.org/officeDocument/2006/customXml" ds:itemID="{758FDAC0-319D-4A54-8D8E-1D42CB1F8004}">
  <ds:schemaRefs>
    <ds:schemaRef ds:uri="http://schemas.microsoft.com/sharepoint/v3/contenttype/forms"/>
  </ds:schemaRefs>
</ds:datastoreItem>
</file>

<file path=customXml/itemProps2.xml><?xml version="1.0" encoding="utf-8"?>
<ds:datastoreItem xmlns:ds="http://schemas.openxmlformats.org/officeDocument/2006/customXml" ds:itemID="{D94A319C-F276-4159-A54D-333A8737104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10ab91bb-15c1-4bb1-a414-5f8d49e2474c"/>
    <ds:schemaRef ds:uri="695d5325-33a2-4b42-b3d3-b02ffbc12b0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F990F116-B58F-4255-B05B-DA3808E0E5C6}">
  <ds:schemaRefs>
    <ds:schemaRef ds:uri="http://schemas.openxmlformats.org/package/2006/metadata/core-properties"/>
    <ds:schemaRef ds:uri="695d5325-33a2-4b42-b3d3-b02ffbc12b05"/>
    <ds:schemaRef ds:uri="http://schemas.microsoft.com/office/2006/metadata/properties"/>
    <ds:schemaRef ds:uri="http://schemas.microsoft.com/office/2006/documentManagement/types"/>
    <ds:schemaRef ds:uri="http://purl.org/dc/elements/1.1/"/>
    <ds:schemaRef ds:uri="http://schemas.microsoft.com/office/infopath/2007/PartnerControls"/>
    <ds:schemaRef ds:uri="http://www.w3.org/XML/1998/namespace"/>
    <ds:schemaRef ds:uri="http://purl.org/dc/dcmitype/"/>
    <ds:schemaRef ds:uri="147e27bc-69d3-4096-898c-30a71da32ef9"/>
    <ds:schemaRef ds:uri="http://schemas.microsoft.com/sharepoint/v3"/>
    <ds:schemaRef ds:uri="http://purl.org/dc/terms/"/>
    <ds:schemaRef ds:uri="10ab91bb-15c1-4bb1-a414-5f8d49e2474c"/>
  </ds:schemaRefs>
</ds:datastoreItem>
</file>

<file path=docMetadata/LabelInfo.xml><?xml version="1.0" encoding="utf-8"?>
<clbl:labelList xmlns:clbl="http://schemas.microsoft.com/office/2020/mipLabelMetadata">
  <clbl:label id="{f42aa342-8706-4288-bd11-ebb85995028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emplate/>
  <TotalTime>0</TotalTime>
  <Words>1526</Words>
  <Application>Microsoft Office PowerPoint</Application>
  <PresentationFormat>Widescreen</PresentationFormat>
  <Paragraphs>313</Paragraphs>
  <Slides>29</Slides>
  <Notes>9</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29</vt:i4>
      </vt:variant>
    </vt:vector>
  </HeadingPairs>
  <TitlesOfParts>
    <vt:vector size="39" baseType="lpstr">
      <vt:lpstr>Wingdings</vt:lpstr>
      <vt:lpstr>Segoe UI</vt:lpstr>
      <vt:lpstr>Arial</vt:lpstr>
      <vt:lpstr>Aptos</vt:lpstr>
      <vt:lpstr>Segoe UI Semibold</vt:lpstr>
      <vt:lpstr>Segoe Sans Text</vt:lpstr>
      <vt:lpstr>Segoe UI Symbol</vt:lpstr>
      <vt:lpstr>Segoe Sans Text Semibold</vt:lpstr>
      <vt:lpstr>Consolas</vt:lpstr>
      <vt:lpstr>Azure 2023 Template</vt:lpstr>
      <vt:lpstr>AI Landing Zones in Azure</vt:lpstr>
      <vt:lpstr>PowerPoint Presentation</vt:lpstr>
      <vt:lpstr>What we’ll cover</vt:lpstr>
      <vt:lpstr>PowerPoint Presentation</vt:lpstr>
      <vt:lpstr>PowerPoint Presentation</vt:lpstr>
      <vt:lpstr>More questions we get from our customers and partners</vt:lpstr>
      <vt:lpstr>AI Adoption Framework</vt:lpstr>
      <vt:lpstr>Multiple ways to build agents — we focus on pro-code</vt:lpstr>
      <vt:lpstr>PowerPoint Presentation</vt:lpstr>
      <vt:lpstr>PowerPoint Presentation</vt:lpstr>
      <vt:lpstr>PowerPoint Presentation</vt:lpstr>
      <vt:lpstr>PowerPoint Presentation</vt:lpstr>
      <vt:lpstr>AI Landing Zones</vt:lpstr>
      <vt:lpstr>Azure AI Landing Zones</vt:lpstr>
      <vt:lpstr>AI Foundry Landing Zone</vt:lpstr>
      <vt:lpstr>Reference architecture: AI Foundry Landing Zone</vt:lpstr>
      <vt:lpstr>AI Gateway Landing Zone</vt:lpstr>
      <vt:lpstr>What is an AI Gateway?</vt:lpstr>
      <vt:lpstr>Why AI Gateway in Production</vt:lpstr>
      <vt:lpstr>Reference architecture: AI Gateway Landing Zone</vt:lpstr>
      <vt:lpstr>Design framework</vt:lpstr>
      <vt:lpstr>Design framework</vt:lpstr>
      <vt:lpstr>PowerPoint Presentation</vt:lpstr>
      <vt:lpstr>PowerPoint Presentation</vt:lpstr>
      <vt:lpstr>PowerPoint Presentation</vt:lpstr>
      <vt:lpstr>How we advise customers to start</vt:lpstr>
      <vt:lpstr>LINKS</vt:lpstr>
      <vt:lpstr>Q&amp;A</vt:lpstr>
      <vt:lpstr>Thank you</vt:lpstr>
    </vt:vector>
  </TitlesOfParts>
  <Manager>&lt;Comms manager name here&gt;</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&lt;Event name&gt;</dc:subject>
  <dc:creator>Chris Munson (RedCloud Consulting Inc)</dc:creator>
  <cp:keywords/>
  <dc:description/>
  <cp:lastModifiedBy>Christina Pardali</cp:lastModifiedBy>
  <cp:revision>2</cp:revision>
  <cp:lastPrinted>2023-02-15T20:48:24Z</cp:lastPrinted>
  <dcterms:created xsi:type="dcterms:W3CDTF">2026-04-03T18:53:02Z</dcterms:created>
  <dcterms:modified xsi:type="dcterms:W3CDTF">2026-09-28T10:59:24Z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0x0101002854CC1CC9E0444ABD39AD9C3E43AF18</vt:lpwstr>
  </property>
  <property fmtid="{D5CDD505-2E9C-101B-9397-08002B2CF9AE}" pid="3" name="Product">
    <vt:lpwstr/>
  </property>
  <property fmtid="{D5CDD505-2E9C-101B-9397-08002B2CF9AE}" pid="4" name="Event1">
    <vt:lpwstr>622;#Unassigned|2c8af875-f38a-40b8-a0a9-056aed3fc8c0</vt:lpwstr>
  </property>
  <property fmtid="{D5CDD505-2E9C-101B-9397-08002B2CF9AE}" pid="5" name="Audience">
    <vt:lpwstr/>
  </property>
  <property fmtid="{D5CDD505-2E9C-101B-9397-08002B2CF9AE}" pid="6" name="Event Venue">
    <vt:lpwstr/>
  </property>
  <property fmtid="{D5CDD505-2E9C-101B-9397-08002B2CF9AE}" pid="7" name="Track">
    <vt:lpwstr/>
  </property>
  <property fmtid="{D5CDD505-2E9C-101B-9397-08002B2CF9AE}" pid="8" name="Event Location">
    <vt:lpwstr/>
  </property>
  <property fmtid="{D5CDD505-2E9C-101B-9397-08002B2CF9AE}" pid="9" name="Campaign">
    <vt:lpwstr/>
  </property>
  <property fmtid="{D5CDD505-2E9C-101B-9397-08002B2CF9AE}" pid="10" name="IsMyDocuments">
    <vt:bool>true</vt:bool>
  </property>
  <property fmtid="{D5CDD505-2E9C-101B-9397-08002B2CF9AE}" pid="11" name="MSIP_Label_f42aa342-8706-4288-bd11-ebb85995028c_Enabled">
    <vt:lpwstr>True</vt:lpwstr>
  </property>
  <property fmtid="{D5CDD505-2E9C-101B-9397-08002B2CF9AE}" pid="12" name="MSIP_Label_f42aa342-8706-4288-bd11-ebb85995028c_SiteId">
    <vt:lpwstr>72f988bf-86f1-41af-91ab-2d7cd011db47</vt:lpwstr>
  </property>
  <property fmtid="{D5CDD505-2E9C-101B-9397-08002B2CF9AE}" pid="13" name="MSIP_Label_f42aa342-8706-4288-bd11-ebb85995028c_Ref">
    <vt:lpwstr>https://api.informationprotection.azure.com/api/72f988bf-86f1-41af-91ab-2d7cd011db47</vt:lpwstr>
  </property>
  <property fmtid="{D5CDD505-2E9C-101B-9397-08002B2CF9AE}" pid="14" name="MSIP_Label_f42aa342-8706-4288-bd11-ebb85995028c_SetDate">
    <vt:lpwstr>2017-08-29T14:27:20.8568347-07:00</vt:lpwstr>
  </property>
  <property fmtid="{D5CDD505-2E9C-101B-9397-08002B2CF9AE}" pid="15" name="MSIP_Label_f42aa342-8706-4288-bd11-ebb85995028c_Name">
    <vt:lpwstr>General</vt:lpwstr>
  </property>
  <property fmtid="{D5CDD505-2E9C-101B-9397-08002B2CF9AE}" pid="16" name="MSIP_Label_f42aa342-8706-4288-bd11-ebb85995028c_Extended_MSFT_Method">
    <vt:lpwstr>Automatic</vt:lpwstr>
  </property>
  <property fmtid="{D5CDD505-2E9C-101B-9397-08002B2CF9AE}" pid="17" name="Sensitivity">
    <vt:lpwstr>General</vt:lpwstr>
  </property>
  <property fmtid="{D5CDD505-2E9C-101B-9397-08002B2CF9AE}" pid="18" name="MediaServiceImageTags">
    <vt:lpwstr/>
  </property>
  <property fmtid="{D5CDD505-2E9C-101B-9397-08002B2CF9AE}" pid="19" name="Order">
    <vt:lpwstr>105612200.000000</vt:lpwstr>
  </property>
  <property fmtid="{D5CDD505-2E9C-101B-9397-08002B2CF9AE}" pid="20" name="xd_ProgID">
    <vt:lpwstr/>
  </property>
  <property fmtid="{D5CDD505-2E9C-101B-9397-08002B2CF9AE}" pid="21" name="ComplianceAssetId">
    <vt:lpwstr/>
  </property>
  <property fmtid="{D5CDD505-2E9C-101B-9397-08002B2CF9AE}" pid="22" name="TemplateUrl">
    <vt:lpwstr/>
  </property>
  <property fmtid="{D5CDD505-2E9C-101B-9397-08002B2CF9AE}" pid="23" name="_ExtendedDescription">
    <vt:lpwstr/>
  </property>
  <property fmtid="{D5CDD505-2E9C-101B-9397-08002B2CF9AE}" pid="24" name="TriggerFlowInfo">
    <vt:lpwstr/>
  </property>
  <property fmtid="{D5CDD505-2E9C-101B-9397-08002B2CF9AE}" pid="25" name="xd_Signature">
    <vt:lpwstr/>
  </property>
  <property fmtid="{D5CDD505-2E9C-101B-9397-08002B2CF9AE}" pid="26" name="Content Category">
    <vt:lpwstr>;#Audit;#</vt:lpwstr>
  </property>
</Properties>
</file>